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5.xml" ContentType="application/vnd.openxmlformats-officedocument.drawingml.chart+xml"/>
  <Override PartName="/ppt/charts/colors12.xml" ContentType="application/vnd.ms-office.chartcolorstyle+xml"/>
  <Override PartName="/ppt/charts/colors3.xml" ContentType="application/vnd.ms-office.chartcolorstyle+xml"/>
  <Override PartName="/ppt/charts/style2.xml" ContentType="application/vnd.ms-office.chartstyl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1.xml" ContentType="application/vnd.ms-office.chartcolorstyle+xml"/>
  <Override PartName="/ppt/charts/style1.xml" ContentType="application/vnd.ms-office.chartstyle+xml"/>
  <Override PartName="/ppt/charts/style9.xml" ContentType="application/vnd.ms-office.chartstyle+xml"/>
  <Override PartName="/ppt/charts/colors8.xml" ContentType="application/vnd.ms-office.chartcolorstyle+xml"/>
  <Override PartName="/ppt/charts/colors19.xml" ContentType="application/vnd.ms-office.chartcolorstyle+xml"/>
  <Override PartName="/ppt/charts/chart36.xml" ContentType="application/vnd.openxmlformats-officedocument.drawingml.chart+xml"/>
  <Override PartName="/ppt/charts/colors10.xml" ContentType="application/vnd.ms-office.chartcolorstyle+xml"/>
  <Override PartName="/ppt/charts/colors1.xml" ContentType="application/vnd.ms-office.chartcolorstyle+xml"/>
  <Override PartName="/ppt/charts/chart37.xml" ContentType="application/vnd.openxmlformats-officedocument.drawingml.chart+xml"/>
  <Override PartName="/ppt/charts/chart3.xml" ContentType="application/vnd.openxmlformats-officedocument.drawingml.chart+xml"/>
  <Override PartName="/ppt/charts/colors13.xml" ContentType="application/vnd.ms-office.chartcolorstyle+xml"/>
  <Override PartName="/ppt/charts/style3.xml" ContentType="application/vnd.ms-office.chartstyle+xml"/>
  <Override PartName="/ppt/charts/colors2.xml" ContentType="application/vnd.ms-office.chartcolorstyle+xml"/>
  <Override PartName="/ppt/charts/style21.xml" ContentType="application/vnd.ms-office.chartstyle+xml"/>
  <Override PartName="/ppt/charts/colors31.xml" ContentType="application/vnd.ms-office.chartcolorstyle+xml"/>
  <Override PartName="/ppt/charts/style20.xml" ContentType="application/vnd.ms-office.chartstyle+xml"/>
  <Override PartName="/ppt/charts/chart38.xml" ContentType="application/vnd.openxmlformats-officedocument.drawingml.chart+xml"/>
  <Override PartName="/ppt/charts/chart4.xml" ContentType="application/vnd.openxmlformats-officedocument.drawingml.chart+xml"/>
  <Override PartName="/ppt/charts/colors32.xml" ContentType="application/vnd.ms-office.chartcolorstyle+xml"/>
  <Override PartName="/ppt/charts/colors22.xml" ContentType="application/vnd.ms-office.chartcolorstyle+xml"/>
  <Override PartName="/ppt/charts/chart20.xml" ContentType="application/vnd.openxmlformats-officedocument.drawingml.chart+xml"/>
  <Override PartName="/ppt/charts/colors14.xml" ContentType="application/vnd.ms-office.chartcolorstyle+xml"/>
  <Override PartName="/ppt/charts/colors5.xml" ContentType="application/vnd.ms-office.chartcolorstyle+xml"/>
  <Override PartName="/ppt/charts/style4.xml" ContentType="application/vnd.ms-office.chartstyle+xml"/>
  <Override PartName="/ppt/charts/style5.xml" ContentType="application/vnd.ms-office.chartstyle+xml"/>
  <Override PartName="/ppt/charts/colors4.xml" ContentType="application/vnd.ms-office.chartcolorstyle+xml"/>
  <Override PartName="/ppt/charts/chart39.xml" ContentType="application/vnd.openxmlformats-officedocument.drawingml.chart+xml"/>
  <Override PartName="/ppt/charts/chart5.xml" ContentType="application/vnd.openxmlformats-officedocument.drawingml.chart+xml"/>
  <Override PartName="/ppt/charts/colors23.xml" ContentType="application/vnd.ms-office.chartcolorstyle+xml"/>
  <Override PartName="/ppt/charts/chart21.xml" ContentType="application/vnd.openxmlformats-officedocument.drawingml.chart+xml"/>
  <Override PartName="/ppt/charts/chart6.xml" ContentType="application/vnd.openxmlformats-officedocument.drawingml.chart+xml"/>
  <Override PartName="/ppt/charts/chart8.xml" ContentType="application/vnd.openxmlformats-officedocument.drawingml.chart+xml"/>
  <Override PartName="/ppt/charts/chart22.xml" ContentType="application/vnd.openxmlformats-officedocument.drawingml.chart+xml"/>
  <Override PartName="/ppt/charts/colors7.xml" ContentType="application/vnd.ms-office.chartcolorstyle+xml"/>
  <Override PartName="/ppt/charts/style6.xml" ContentType="application/vnd.ms-office.chartstyle+xml"/>
  <Override PartName="/ppt/charts/style7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colors9.xml" ContentType="application/vnd.ms-office.chartcolorstyle+xml"/>
  <Override PartName="/ppt/charts/style8.xml" ContentType="application/vnd.ms-office.chartstyle+xml"/>
  <Override PartName="/ppt/charts/colors21.xml" ContentType="application/vnd.ms-office.chartcolorstyle+xml"/>
  <Override PartName="/ppt/charts/chart9.xml" ContentType="application/vnd.openxmlformats-officedocument.drawingml.chart+xml"/>
  <Override PartName="/ppt/charts/style11.xml" ContentType="application/vnd.ms-office.chart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style12.xml" ContentType="application/vnd.ms-office.chartstyle+xml"/>
  <Override PartName="/ppt/charts/chart11.xml" ContentType="application/vnd.openxmlformats-officedocument.drawingml.chart+xml"/>
  <Override PartName="/ppt/charts/colors24.xml" ContentType="application/vnd.ms-office.chartcolorstyle+xml"/>
  <Override PartName="/ppt/charts/style13.xml" ContentType="application/vnd.ms-office.chartstyle+xml"/>
  <Override PartName="/ppt/charts/chart12.xml" ContentType="application/vnd.openxmlformats-officedocument.drawingml.chart+xml"/>
  <Override PartName="/ppt/charts/colors25.xml" ContentType="application/vnd.ms-office.chartcolorstyle+xml"/>
  <Override PartName="/ppt/charts/style14.xml" ContentType="application/vnd.ms-office.chartstyle+xml"/>
  <Override PartName="/ppt/charts/chart13.xml" ContentType="application/vnd.openxmlformats-officedocument.drawingml.chart+xml"/>
  <Override PartName="/ppt/charts/colors26.xml" ContentType="application/vnd.ms-office.chartcolorstyle+xml"/>
  <Override PartName="/ppt/charts/style15.xml" ContentType="application/vnd.ms-office.chartstyle+xml"/>
  <Override PartName="/ppt/charts/chart14.xml" ContentType="application/vnd.openxmlformats-officedocument.drawingml.chart+xml"/>
  <Override PartName="/ppt/charts/colors27.xml" ContentType="application/vnd.ms-office.chartcolorstyle+xml"/>
  <Override PartName="/ppt/charts/style16.xml" ContentType="application/vnd.ms-office.chartstyle+xml"/>
  <Override PartName="/ppt/charts/chart15.xml" ContentType="application/vnd.openxmlformats-officedocument.drawingml.chart+xml"/>
  <Override PartName="/ppt/charts/colors15.xml" ContentType="application/vnd.ms-office.chartcolorstyle+xml"/>
  <Override PartName="/ppt/charts/colors28.xml" ContentType="application/vnd.ms-office.chartcolorstyle+xml"/>
  <Override PartName="/ppt/charts/style17.xml" ContentType="application/vnd.ms-office.chartstyle+xml"/>
  <Override PartName="/ppt/charts/chart16.xml" ContentType="application/vnd.openxmlformats-officedocument.drawingml.chart+xml"/>
  <Override PartName="/ppt/charts/colors16.xml" ContentType="application/vnd.ms-office.chartcolorstyle+xml"/>
  <Override PartName="/ppt/charts/colors29.xml" ContentType="application/vnd.ms-office.chartcolorstyle+xml"/>
  <Override PartName="/ppt/charts/style18.xml" ContentType="application/vnd.ms-office.chartstyle+xml"/>
  <Override PartName="/ppt/charts/chart17.xml" ContentType="application/vnd.openxmlformats-officedocument.drawingml.chart+xml"/>
  <Override PartName="/ppt/charts/colors17.xml" ContentType="application/vnd.ms-office.chartcolorstyle+xml"/>
  <Override PartName="/ppt/charts/style19.xml" ContentType="application/vnd.ms-office.chartstyle+xml"/>
  <Override PartName="/ppt/charts/colors40.xml" ContentType="application/vnd.ms-office.chartcolorstyle+xml"/>
  <Override PartName="/ppt/charts/chart18.xml" ContentType="application/vnd.openxmlformats-officedocument.drawingml.chart+xml"/>
  <Override PartName="/ppt/charts/colors18.xml" ContentType="application/vnd.ms-office.chartcolorstyle+xml"/>
  <Override PartName="/ppt/charts/colors41.xml" ContentType="application/vnd.ms-office.chartcolorstyle+xml"/>
  <Override PartName="/ppt/charts/style30.xml" ContentType="application/vnd.ms-office.chartstyle+xml"/>
  <Override PartName="/ppt/charts/chart19.xml" ContentType="application/vnd.openxmlformats-officedocument.drawingml.chart+xml"/>
  <Override PartName="/ppt/charts/colors20.xml" ContentType="application/vnd.ms-office.chartcolorstyle+xml"/>
  <Override PartName="/ppt/charts/colors33.xml" ContentType="application/vnd.ms-office.chartcolorstyle+xml"/>
  <Override PartName="/ppt/charts/style22.xml" ContentType="application/vnd.ms-office.chartstyle+xml"/>
  <Override PartName="/ppt/charts/chart23.xml" ContentType="application/vnd.openxmlformats-officedocument.drawingml.chart+xml"/>
  <Override PartName="/ppt/charts/colors34.xml" ContentType="application/vnd.ms-office.chartcolorstyle+xml"/>
  <Override PartName="/ppt/charts/style23.xml" ContentType="application/vnd.ms-office.chartstyle+xml"/>
  <Override PartName="/ppt/charts/chart24.xml" ContentType="application/vnd.openxmlformats-officedocument.drawingml.chart+xml"/>
  <Override PartName="/ppt/charts/colors35.xml" ContentType="application/vnd.ms-office.chartcolorstyle+xml"/>
  <Override PartName="/ppt/charts/style24.xml" ContentType="application/vnd.ms-office.chartstyle+xml"/>
  <Override PartName="/ppt/charts/chart25.xml" ContentType="application/vnd.openxmlformats-officedocument.drawingml.chart+xml"/>
  <Override PartName="/ppt/charts/colors36.xml" ContentType="application/vnd.ms-office.chartcolorstyle+xml"/>
  <Override PartName="/ppt/charts/style25.xml" ContentType="application/vnd.ms-office.chartstyle+xml"/>
  <Override PartName="/ppt/charts/chart26.xml" ContentType="application/vnd.openxmlformats-officedocument.drawingml.chart+xml"/>
  <Override PartName="/ppt/charts/colors37.xml" ContentType="application/vnd.ms-office.chartcolorstyle+xml"/>
  <Override PartName="/ppt/charts/style26.xml" ContentType="application/vnd.ms-office.chartstyle+xml"/>
  <Override PartName="/ppt/charts/chart27.xml" ContentType="application/vnd.openxmlformats-officedocument.drawingml.chart+xml"/>
  <Override PartName="/ppt/charts/colors38.xml" ContentType="application/vnd.ms-office.chartcolorstyle+xml"/>
  <Override PartName="/ppt/charts/style27.xml" ContentType="application/vnd.ms-office.chartstyle+xml"/>
  <Override PartName="/ppt/charts/chart28.xml" ContentType="application/vnd.openxmlformats-officedocument.drawingml.chart+xml"/>
  <Override PartName="/ppt/charts/colors39.xml" ContentType="application/vnd.ms-office.chartcolorstyle+xml"/>
  <Override PartName="/ppt/charts/style28.xml" ContentType="application/vnd.ms-office.chartstyle+xml"/>
  <Override PartName="/ppt/charts/style40.xml" ContentType="application/vnd.ms-office.chart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hart30.xml" ContentType="application/vnd.openxmlformats-officedocument.drawingml.chart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colors42.xml" ContentType="application/vnd.ms-office.chartcolorstyle+xml"/>
  <Override PartName="/ppt/charts/style31.xml" ContentType="application/vnd.ms-office.chartstyle+xml"/>
  <Override PartName="/ppt/charts/chart32.xml" ContentType="application/vnd.openxmlformats-officedocument.drawingml.chart+xml"/>
  <Override PartName="/ppt/charts/colors43.xml" ContentType="application/vnd.ms-office.chartcolorstyle+xml"/>
  <Override PartName="/ppt/charts/style32.xml" ContentType="application/vnd.ms-office.chart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style35.xml" ContentType="application/vnd.ms-office.chartstyle+xml"/>
  <Override PartName="/ppt/charts/style36.xml" ContentType="application/vnd.ms-office.chartstyle+xml"/>
  <Override PartName="/ppt/charts/style37.xml" ContentType="application/vnd.ms-office.chartstyle+xml"/>
  <Override PartName="/ppt/charts/style38.xml" ContentType="application/vnd.ms-office.chartstyle+xml"/>
  <Override PartName="/ppt/charts/style39.xml" ContentType="application/vnd.ms-office.chartstyle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style41.xml" ContentType="application/vnd.ms-office.chartstyle+xml"/>
  <Override PartName="/ppt/charts/chart42.xml" ContentType="application/vnd.openxmlformats-officedocument.drawingml.chart+xml"/>
  <Override PartName="/ppt/charts/style42.xml" ContentType="application/vnd.ms-office.chartstyle+xml"/>
  <Override PartName="/ppt/charts/chart43.xml" ContentType="application/vnd.openxmlformats-officedocument.drawingml.chart+xml"/>
  <Override PartName="/ppt/charts/style43.xml" ContentType="application/vnd.ms-office.chartstyle+xml"/>
  <Override PartName="/ppt/theme/theme1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_rels/chart4.xml.rels><?xml version="1.0" encoding="UTF-8"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
</Relationships>
</file>

<file path=ppt/charts/_rels/chart5.xml.rels><?xml version="1.0" encoding="UTF-8"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
</Relationships>
</file>

<file path=ppt/charts/_rels/chart6.xml.rels><?xml version="1.0" encoding="UTF-8"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
</Relationships>
</file>

<file path=ppt/charts/_rels/chart7.xml.rels><?xml version="1.0" encoding="UTF-8"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
</Relationships>
</file>

<file path=ppt/charts/_rels/chart8.xml.rels><?xml version="1.0" encoding="UTF-8"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
</Relationships>
</file>

<file path=ppt/charts/_rels/chart9.xml.rels><?xml version="1.0" encoding="UTF-8"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
</Relationships>
</file>

<file path=ppt/charts/_rels/chart10.xml.rels><?xml version="1.0" encoding="UTF-8"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
</Relationships>
</file>

<file path=ppt/charts/_rels/chart11.xml.rels><?xml version="1.0" encoding="UTF-8"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
</Relationships>
</file>

<file path=ppt/charts/_rels/chart12.xml.rels><?xml version="1.0" encoding="UTF-8"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
</Relationships>
</file>

<file path=ppt/charts/_rels/chart13.xml.rels><?xml version="1.0" encoding="UTF-8"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
</Relationships>
</file>

<file path=ppt/charts/_rels/chart14.xml.rels><?xml version="1.0" encoding="UTF-8"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
</Relationships>
</file>

<file path=ppt/charts/_rels/chart15.xml.rels><?xml version="1.0" encoding="UTF-8"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
</Relationships>
</file>

<file path=ppt/charts/_rels/chart16.xml.rels><?xml version="1.0" encoding="UTF-8"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
</Relationships>
</file>

<file path=ppt/charts/_rels/chart17.xml.rels><?xml version="1.0" encoding="UTF-8"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
</Relationships>
</file>

<file path=ppt/charts/_rels/chart18.xml.rels><?xml version="1.0" encoding="UTF-8"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
</Relationships>
</file>

<file path=ppt/charts/_rels/chart19.xml.rels><?xml version="1.0" encoding="UTF-8"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
</Relationships>
</file>

<file path=ppt/charts/_rels/chart20.xml.rels><?xml version="1.0" encoding="UTF-8"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
</Relationships>
</file>

<file path=ppt/charts/_rels/chart21.xml.rels><?xml version="1.0" encoding="UTF-8"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
</Relationships>
</file>

<file path=ppt/charts/_rels/chart22.xml.rels><?xml version="1.0" encoding="UTF-8"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
</Relationships>
</file>

<file path=ppt/charts/_rels/chart23.xml.rels><?xml version="1.0" encoding="UTF-8"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
</Relationships>
</file>

<file path=ppt/charts/_rels/chart24.xml.rels><?xml version="1.0" encoding="UTF-8"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
</Relationships>
</file>

<file path=ppt/charts/_rels/chart25.xml.rels><?xml version="1.0" encoding="UTF-8"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
</Relationships>
</file>

<file path=ppt/charts/_rels/chart26.xml.rels><?xml version="1.0" encoding="UTF-8"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
</Relationships>
</file>

<file path=ppt/charts/_rels/chart27.xml.rels><?xml version="1.0" encoding="UTF-8"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
</Relationships>
</file>

<file path=ppt/charts/_rels/chart28.xml.rels><?xml version="1.0" encoding="UTF-8"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
</Relationships>
</file>

<file path=ppt/charts/_rels/chart29.xml.rels><?xml version="1.0" encoding="UTF-8"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
</Relationships>
</file>

<file path=ppt/charts/_rels/chart30.xml.rels><?xml version="1.0" encoding="UTF-8"?>
<Relationships xmlns="http://schemas.openxmlformats.org/package/2006/relationships"><Relationship Id="rId1" Type="http://schemas.microsoft.com/office/2011/relationships/chartStyle" Target="style30.xml"/><Relationship Id="rId2" Type="http://schemas.microsoft.com/office/2011/relationships/chartColorStyle" Target="colors30.xml"/>
</Relationships>
</file>

<file path=ppt/charts/_rels/chart31.xml.rels><?xml version="1.0" encoding="UTF-8"?>
<Relationships xmlns="http://schemas.openxmlformats.org/package/2006/relationships"><Relationship Id="rId1" Type="http://schemas.microsoft.com/office/2011/relationships/chartStyle" Target="style31.xml"/><Relationship Id="rId2" Type="http://schemas.microsoft.com/office/2011/relationships/chartColorStyle" Target="colors31.xml"/>
</Relationships>
</file>

<file path=ppt/charts/_rels/chart32.xml.rels><?xml version="1.0" encoding="UTF-8"?>
<Relationships xmlns="http://schemas.openxmlformats.org/package/2006/relationships"><Relationship Id="rId1" Type="http://schemas.microsoft.com/office/2011/relationships/chartStyle" Target="style32.xml"/><Relationship Id="rId2" Type="http://schemas.microsoft.com/office/2011/relationships/chartColorStyle" Target="colors32.xml"/>
</Relationships>
</file>

<file path=ppt/charts/_rels/chart33.xml.rels><?xml version="1.0" encoding="UTF-8"?>
<Relationships xmlns="http://schemas.openxmlformats.org/package/2006/relationships"><Relationship Id="rId1" Type="http://schemas.microsoft.com/office/2011/relationships/chartStyle" Target="style33.xml"/><Relationship Id="rId2" Type="http://schemas.microsoft.com/office/2011/relationships/chartColorStyle" Target="colors33.xml"/>
</Relationships>
</file>

<file path=ppt/charts/_rels/chart34.xml.rels><?xml version="1.0" encoding="UTF-8"?>
<Relationships xmlns="http://schemas.openxmlformats.org/package/2006/relationships"><Relationship Id="rId1" Type="http://schemas.microsoft.com/office/2011/relationships/chartStyle" Target="style34.xml"/><Relationship Id="rId2" Type="http://schemas.microsoft.com/office/2011/relationships/chartColorStyle" Target="colors34.xml"/>
</Relationships>
</file>

<file path=ppt/charts/_rels/chart35.xml.rels><?xml version="1.0" encoding="UTF-8"?>
<Relationships xmlns="http://schemas.openxmlformats.org/package/2006/relationships"><Relationship Id="rId1" Type="http://schemas.microsoft.com/office/2011/relationships/chartStyle" Target="style35.xml"/><Relationship Id="rId2" Type="http://schemas.microsoft.com/office/2011/relationships/chartColorStyle" Target="colors35.xml"/>
</Relationships>
</file>

<file path=ppt/charts/_rels/chart36.xml.rels><?xml version="1.0" encoding="UTF-8"?>
<Relationships xmlns="http://schemas.openxmlformats.org/package/2006/relationships"><Relationship Id="rId1" Type="http://schemas.microsoft.com/office/2011/relationships/chartStyle" Target="style36.xml"/><Relationship Id="rId2" Type="http://schemas.microsoft.com/office/2011/relationships/chartColorStyle" Target="colors36.xml"/>
</Relationships>
</file>

<file path=ppt/charts/_rels/chart37.xml.rels><?xml version="1.0" encoding="UTF-8"?>
<Relationships xmlns="http://schemas.openxmlformats.org/package/2006/relationships"><Relationship Id="rId1" Type="http://schemas.microsoft.com/office/2011/relationships/chartStyle" Target="style37.xml"/><Relationship Id="rId2" Type="http://schemas.microsoft.com/office/2011/relationships/chartColorStyle" Target="colors37.xml"/>
</Relationships>
</file>

<file path=ppt/charts/_rels/chart38.xml.rels><?xml version="1.0" encoding="UTF-8"?>
<Relationships xmlns="http://schemas.openxmlformats.org/package/2006/relationships"><Relationship Id="rId1" Type="http://schemas.microsoft.com/office/2011/relationships/chartStyle" Target="style38.xml"/><Relationship Id="rId2" Type="http://schemas.microsoft.com/office/2011/relationships/chartColorStyle" Target="colors38.xml"/>
</Relationships>
</file>

<file path=ppt/charts/_rels/chart39.xml.rels><?xml version="1.0" encoding="UTF-8"?>
<Relationships xmlns="http://schemas.openxmlformats.org/package/2006/relationships"><Relationship Id="rId1" Type="http://schemas.microsoft.com/office/2011/relationships/chartStyle" Target="style39.xml"/><Relationship Id="rId2" Type="http://schemas.microsoft.com/office/2011/relationships/chartColorStyle" Target="colors39.xml"/>
</Relationships>
</file>

<file path=ppt/charts/_rels/chart40.xml.rels><?xml version="1.0" encoding="UTF-8"?>
<Relationships xmlns="http://schemas.openxmlformats.org/package/2006/relationships"><Relationship Id="rId1" Type="http://schemas.microsoft.com/office/2011/relationships/chartStyle" Target="style40.xml"/><Relationship Id="rId2" Type="http://schemas.microsoft.com/office/2011/relationships/chartColorStyle" Target="colors40.xml"/>
</Relationships>
</file>

<file path=ppt/charts/_rels/chart41.xml.rels><?xml version="1.0" encoding="UTF-8"?>
<Relationships xmlns="http://schemas.openxmlformats.org/package/2006/relationships"><Relationship Id="rId1" Type="http://schemas.microsoft.com/office/2011/relationships/chartStyle" Target="style41.xml"/><Relationship Id="rId2" Type="http://schemas.microsoft.com/office/2011/relationships/chartColorStyle" Target="colors41.xml"/>
</Relationships>
</file>

<file path=ppt/charts/_rels/chart42.xml.rels><?xml version="1.0" encoding="UTF-8"?>
<Relationships xmlns="http://schemas.openxmlformats.org/package/2006/relationships"><Relationship Id="rId1" Type="http://schemas.microsoft.com/office/2011/relationships/chartStyle" Target="style42.xml"/><Relationship Id="rId2" Type="http://schemas.microsoft.com/office/2011/relationships/chartColorStyle" Target="colors42.xml"/>
</Relationships>
</file>

<file path=ppt/charts/_rels/chart43.xml.rels><?xml version="1.0" encoding="UTF-8"?>
<Relationships xmlns="http://schemas.openxmlformats.org/package/2006/relationships"><Relationship Id="rId1" Type="http://schemas.microsoft.com/office/2011/relationships/chartStyle" Target="style43.xml"/><Relationship Id="rId2" Type="http://schemas.microsoft.com/office/2011/relationships/chartColorStyle" Target="colors4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a_в</c:v>
                </c:pt>
              </c:strCache>
            </c:strRef>
          </c:tx>
          <c:spPr>
            <a:solidFill>
              <a:srgbClr val="2F6FED"/>
            </a:solidFill>
            <a:ln w="12600">
              <a:solidFill>
                <a:srgbClr val="2F6FED"/>
              </a:solidFill>
              <a:round/>
            </a:ln>
          </c:spPr>
          <c:marker>
            <c:symbol val="circle"/>
            <c:size val="4"/>
            <c:spPr>
              <a:solidFill>
                <a:srgbClr val="2F6FED"/>
              </a:solidFill>
            </c:spPr>
          </c:marker>
          <c:dLbls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6"/>
                <c:pt idx="0">
                  <c:v>0</c:v>
                </c:pt>
                <c:pt idx="1">
                  <c:v>0.02</c:v>
                </c:pt>
                <c:pt idx="2">
                  <c:v>0.03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0.43</c:v>
                </c:pt>
                <c:pt idx="23">
                  <c:v>0.46</c:v>
                </c:pt>
                <c:pt idx="24">
                  <c:v>0.48</c:v>
                </c:pt>
                <c:pt idx="25">
                  <c:v>0.49</c:v>
                </c:pt>
                <c:pt idx="26">
                  <c:v>0.52</c:v>
                </c:pt>
                <c:pt idx="27">
                  <c:v>0.54</c:v>
                </c:pt>
                <c:pt idx="28">
                  <c:v>0.55</c:v>
                </c:pt>
                <c:pt idx="29">
                  <c:v>0.58</c:v>
                </c:pt>
                <c:pt idx="30">
                  <c:v>0.6</c:v>
                </c:pt>
                <c:pt idx="31">
                  <c:v>0.61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0.95</c:v>
                </c:pt>
                <c:pt idx="49">
                  <c:v>0.98</c:v>
                </c:pt>
                <c:pt idx="50">
                  <c:v>1</c:v>
                </c:pt>
                <c:pt idx="51">
                  <c:v>1.01</c:v>
                </c:pt>
                <c:pt idx="52">
                  <c:v>1.04</c:v>
                </c:pt>
                <c:pt idx="53">
                  <c:v>1.06</c:v>
                </c:pt>
                <c:pt idx="54">
                  <c:v>1.07</c:v>
                </c:pt>
                <c:pt idx="55">
                  <c:v>1.1</c:v>
                </c:pt>
                <c:pt idx="56">
                  <c:v>1.12</c:v>
                </c:pt>
                <c:pt idx="57">
                  <c:v>1.13</c:v>
                </c:pt>
                <c:pt idx="58">
                  <c:v>1.16</c:v>
                </c:pt>
                <c:pt idx="59">
                  <c:v>1.18</c:v>
                </c:pt>
                <c:pt idx="60">
                  <c:v>1.19</c:v>
                </c:pt>
                <c:pt idx="61">
                  <c:v>1.22</c:v>
                </c:pt>
                <c:pt idx="62">
                  <c:v>1.24</c:v>
                </c:pt>
                <c:pt idx="63">
                  <c:v>1.26</c:v>
                </c:pt>
                <c:pt idx="64">
                  <c:v>1.28</c:v>
                </c:pt>
                <c:pt idx="65">
                  <c:v>1.3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6"/>
                <c:pt idx="0">
                  <c:v>-0.3</c:v>
                </c:pt>
                <c:pt idx="1">
                  <c:v>-1.7</c:v>
                </c:pt>
                <c:pt idx="2">
                  <c:v>-4.03</c:v>
                </c:pt>
                <c:pt idx="3">
                  <c:v>-2.765</c:v>
                </c:pt>
                <c:pt idx="4">
                  <c:v>1.629</c:v>
                </c:pt>
                <c:pt idx="5">
                  <c:v>9.941</c:v>
                </c:pt>
                <c:pt idx="6">
                  <c:v>12.567</c:v>
                </c:pt>
                <c:pt idx="7">
                  <c:v>7.887</c:v>
                </c:pt>
                <c:pt idx="8">
                  <c:v>-0.505</c:v>
                </c:pt>
                <c:pt idx="9">
                  <c:v>-1.725</c:v>
                </c:pt>
                <c:pt idx="10">
                  <c:v>-0.571</c:v>
                </c:pt>
                <c:pt idx="11">
                  <c:v>0.179</c:v>
                </c:pt>
                <c:pt idx="12">
                  <c:v>-0.574</c:v>
                </c:pt>
                <c:pt idx="13">
                  <c:v>-2.024</c:v>
                </c:pt>
                <c:pt idx="14">
                  <c:v>-3.236</c:v>
                </c:pt>
                <c:pt idx="15">
                  <c:v>-3.579</c:v>
                </c:pt>
                <c:pt idx="16">
                  <c:v>-4.588</c:v>
                </c:pt>
                <c:pt idx="17">
                  <c:v>-4.36</c:v>
                </c:pt>
                <c:pt idx="18">
                  <c:v>-2.473</c:v>
                </c:pt>
                <c:pt idx="19">
                  <c:v>1.708</c:v>
                </c:pt>
                <c:pt idx="20">
                  <c:v>3.182</c:v>
                </c:pt>
                <c:pt idx="21">
                  <c:v>1.899</c:v>
                </c:pt>
                <c:pt idx="22">
                  <c:v>0.119</c:v>
                </c:pt>
                <c:pt idx="23">
                  <c:v>-1.473</c:v>
                </c:pt>
                <c:pt idx="24">
                  <c:v>-1.079</c:v>
                </c:pt>
                <c:pt idx="25">
                  <c:v>-0.194</c:v>
                </c:pt>
                <c:pt idx="26">
                  <c:v>-0.187</c:v>
                </c:pt>
                <c:pt idx="27">
                  <c:v>-1.553</c:v>
                </c:pt>
                <c:pt idx="28">
                  <c:v>-2.876</c:v>
                </c:pt>
                <c:pt idx="29">
                  <c:v>-3.115</c:v>
                </c:pt>
                <c:pt idx="30">
                  <c:v>-2.628</c:v>
                </c:pt>
                <c:pt idx="31">
                  <c:v>0.487</c:v>
                </c:pt>
                <c:pt idx="32">
                  <c:v>9.122</c:v>
                </c:pt>
                <c:pt idx="33">
                  <c:v>12.833</c:v>
                </c:pt>
                <c:pt idx="34">
                  <c:v>5.607</c:v>
                </c:pt>
                <c:pt idx="35">
                  <c:v>-0.699</c:v>
                </c:pt>
                <c:pt idx="36">
                  <c:v>-2.159</c:v>
                </c:pt>
                <c:pt idx="37">
                  <c:v>-0.495</c:v>
                </c:pt>
                <c:pt idx="38">
                  <c:v>1.163</c:v>
                </c:pt>
                <c:pt idx="39">
                  <c:v>0.508</c:v>
                </c:pt>
                <c:pt idx="40">
                  <c:v>-1.171</c:v>
                </c:pt>
                <c:pt idx="41">
                  <c:v>-1.818</c:v>
                </c:pt>
                <c:pt idx="42">
                  <c:v>-2.638</c:v>
                </c:pt>
                <c:pt idx="43">
                  <c:v>-3.664</c:v>
                </c:pt>
                <c:pt idx="44">
                  <c:v>-4.883</c:v>
                </c:pt>
                <c:pt idx="45">
                  <c:v>-5.015</c:v>
                </c:pt>
                <c:pt idx="46">
                  <c:v>-0.766</c:v>
                </c:pt>
                <c:pt idx="47">
                  <c:v>4.829</c:v>
                </c:pt>
                <c:pt idx="48">
                  <c:v>7.021</c:v>
                </c:pt>
                <c:pt idx="49">
                  <c:v>1.917</c:v>
                </c:pt>
                <c:pt idx="50">
                  <c:v>-0.347</c:v>
                </c:pt>
                <c:pt idx="51">
                  <c:v>-0.474</c:v>
                </c:pt>
                <c:pt idx="52">
                  <c:v>-0.188</c:v>
                </c:pt>
                <c:pt idx="53">
                  <c:v>0.26</c:v>
                </c:pt>
                <c:pt idx="54">
                  <c:v>0.229</c:v>
                </c:pt>
                <c:pt idx="55">
                  <c:v>-4.711</c:v>
                </c:pt>
                <c:pt idx="56">
                  <c:v>-6.838</c:v>
                </c:pt>
                <c:pt idx="57">
                  <c:v>-7.795</c:v>
                </c:pt>
                <c:pt idx="58">
                  <c:v>-6.684</c:v>
                </c:pt>
                <c:pt idx="59">
                  <c:v>-0.92</c:v>
                </c:pt>
                <c:pt idx="60">
                  <c:v>4.45</c:v>
                </c:pt>
                <c:pt idx="61">
                  <c:v>8.088</c:v>
                </c:pt>
                <c:pt idx="62">
                  <c:v>9.365</c:v>
                </c:pt>
                <c:pt idx="63">
                  <c:v>4.535</c:v>
                </c:pt>
                <c:pt idx="64">
                  <c:v>0.961</c:v>
                </c:pt>
                <c:pt idx="65">
                  <c:v>0.077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17396238"/>
        <c:axId val="38483437"/>
      </c:lineChart>
      <c:catAx>
        <c:axId val="17396238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C9CFD9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38483437"/>
        <c:auto val="1"/>
        <c:lblAlgn val="ctr"/>
        <c:lblOffset val="100"/>
        <c:noMultiLvlLbl val="0"/>
      </c:catAx>
      <c:valAx>
        <c:axId val="38483437"/>
        <c:scaling>
          <c:orientation val="minMax"/>
          <c:max val="15"/>
          <c:min val="-10"/>
        </c:scaling>
        <c:delete val="0"/>
        <c:axPos val="l"/>
        <c:majorGridlines>
          <c:spPr>
            <a:ln w="6480">
              <a:solidFill>
                <a:srgbClr val="E3E7EE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sz="80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17396238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|a|</c:v>
                </c:pt>
              </c:strCache>
            </c:strRef>
          </c:tx>
          <c:spPr>
            <a:solidFill>
              <a:srgbClr val="5B6475"/>
            </a:solidFill>
            <a:ln w="15840">
              <a:solidFill>
                <a:srgbClr val="5B6475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30"/>
                <c:pt idx="0">
                  <c:v>-1.58</c:v>
                </c:pt>
                <c:pt idx="1">
                  <c:v>-1.54</c:v>
                </c:pt>
                <c:pt idx="2">
                  <c:v>-1.5</c:v>
                </c:pt>
                <c:pt idx="3">
                  <c:v>-1.46</c:v>
                </c:pt>
                <c:pt idx="4">
                  <c:v>-1.42</c:v>
                </c:pt>
                <c:pt idx="5">
                  <c:v>-1.38</c:v>
                </c:pt>
                <c:pt idx="6">
                  <c:v>-1.34</c:v>
                </c:pt>
                <c:pt idx="7">
                  <c:v>-1.3</c:v>
                </c:pt>
                <c:pt idx="8">
                  <c:v>-1.26</c:v>
                </c:pt>
                <c:pt idx="9">
                  <c:v>-1.22</c:v>
                </c:pt>
                <c:pt idx="10">
                  <c:v>-1.19</c:v>
                </c:pt>
                <c:pt idx="11">
                  <c:v>-1.14</c:v>
                </c:pt>
                <c:pt idx="12">
                  <c:v>-1.1</c:v>
                </c:pt>
                <c:pt idx="13">
                  <c:v>-1.06</c:v>
                </c:pt>
                <c:pt idx="14">
                  <c:v>-1.02</c:v>
                </c:pt>
                <c:pt idx="15">
                  <c:v>-0.98</c:v>
                </c:pt>
                <c:pt idx="16">
                  <c:v>-0.94</c:v>
                </c:pt>
                <c:pt idx="17">
                  <c:v>-0.9</c:v>
                </c:pt>
                <c:pt idx="18">
                  <c:v>-0.86</c:v>
                </c:pt>
                <c:pt idx="19">
                  <c:v>-0.82</c:v>
                </c:pt>
                <c:pt idx="20">
                  <c:v>-0.79</c:v>
                </c:pt>
                <c:pt idx="21">
                  <c:v>-0.74</c:v>
                </c:pt>
                <c:pt idx="22">
                  <c:v>-0.7</c:v>
                </c:pt>
                <c:pt idx="23">
                  <c:v>-0.67</c:v>
                </c:pt>
                <c:pt idx="24">
                  <c:v>-0.62</c:v>
                </c:pt>
                <c:pt idx="25">
                  <c:v>-0.58</c:v>
                </c:pt>
                <c:pt idx="26">
                  <c:v>-0.55</c:v>
                </c:pt>
                <c:pt idx="27">
                  <c:v>-0.5</c:v>
                </c:pt>
                <c:pt idx="28">
                  <c:v>-0.46</c:v>
                </c:pt>
                <c:pt idx="29">
                  <c:v>-0.42</c:v>
                </c:pt>
                <c:pt idx="30">
                  <c:v>-0.38</c:v>
                </c:pt>
                <c:pt idx="31">
                  <c:v>-0.34</c:v>
                </c:pt>
                <c:pt idx="32">
                  <c:v>-0.3</c:v>
                </c:pt>
                <c:pt idx="33">
                  <c:v>-0.26</c:v>
                </c:pt>
                <c:pt idx="34">
                  <c:v>-0.22</c:v>
                </c:pt>
                <c:pt idx="35">
                  <c:v>-0.18</c:v>
                </c:pt>
                <c:pt idx="36">
                  <c:v>-0.14</c:v>
                </c:pt>
                <c:pt idx="37">
                  <c:v>-0.1</c:v>
                </c:pt>
                <c:pt idx="38">
                  <c:v>-0.06</c:v>
                </c:pt>
                <c:pt idx="39">
                  <c:v>-0.03</c:v>
                </c:pt>
                <c:pt idx="40">
                  <c:v>0.02</c:v>
                </c:pt>
                <c:pt idx="41">
                  <c:v>0.06</c:v>
                </c:pt>
                <c:pt idx="42">
                  <c:v>0.1</c:v>
                </c:pt>
                <c:pt idx="43">
                  <c:v>0.14</c:v>
                </c:pt>
                <c:pt idx="44">
                  <c:v>0.18</c:v>
                </c:pt>
                <c:pt idx="45">
                  <c:v>0.22</c:v>
                </c:pt>
                <c:pt idx="46">
                  <c:v>0.26</c:v>
                </c:pt>
                <c:pt idx="47">
                  <c:v>0.3</c:v>
                </c:pt>
                <c:pt idx="48">
                  <c:v>0.34</c:v>
                </c:pt>
                <c:pt idx="49">
                  <c:v>0.38</c:v>
                </c:pt>
                <c:pt idx="50">
                  <c:v>0.42</c:v>
                </c:pt>
                <c:pt idx="51">
                  <c:v>0.46</c:v>
                </c:pt>
                <c:pt idx="52">
                  <c:v>0.49</c:v>
                </c:pt>
                <c:pt idx="53">
                  <c:v>0.54</c:v>
                </c:pt>
                <c:pt idx="54">
                  <c:v>0.58</c:v>
                </c:pt>
                <c:pt idx="55">
                  <c:v>0.61</c:v>
                </c:pt>
                <c:pt idx="56">
                  <c:v>0.66</c:v>
                </c:pt>
                <c:pt idx="57">
                  <c:v>0.7</c:v>
                </c:pt>
                <c:pt idx="58">
                  <c:v>0.74</c:v>
                </c:pt>
                <c:pt idx="59">
                  <c:v>0.78</c:v>
                </c:pt>
                <c:pt idx="60">
                  <c:v>0.82</c:v>
                </c:pt>
                <c:pt idx="61">
                  <c:v>0.86</c:v>
                </c:pt>
                <c:pt idx="62">
                  <c:v>0.9</c:v>
                </c:pt>
                <c:pt idx="63">
                  <c:v>0.94</c:v>
                </c:pt>
                <c:pt idx="64">
                  <c:v>0.98</c:v>
                </c:pt>
                <c:pt idx="65">
                  <c:v>1.01</c:v>
                </c:pt>
                <c:pt idx="66">
                  <c:v>1.06</c:v>
                </c:pt>
                <c:pt idx="67">
                  <c:v>1.1</c:v>
                </c:pt>
                <c:pt idx="68">
                  <c:v>1.13</c:v>
                </c:pt>
                <c:pt idx="69">
                  <c:v>1.18</c:v>
                </c:pt>
                <c:pt idx="70">
                  <c:v>1.22</c:v>
                </c:pt>
                <c:pt idx="71">
                  <c:v>1.26</c:v>
                </c:pt>
                <c:pt idx="72">
                  <c:v>1.3</c:v>
                </c:pt>
                <c:pt idx="73">
                  <c:v>1.34</c:v>
                </c:pt>
                <c:pt idx="74">
                  <c:v>1.38</c:v>
                </c:pt>
                <c:pt idx="75">
                  <c:v>1.42</c:v>
                </c:pt>
                <c:pt idx="76">
                  <c:v>1.46</c:v>
                </c:pt>
                <c:pt idx="77">
                  <c:v>1.5</c:v>
                </c:pt>
                <c:pt idx="78">
                  <c:v>1.53</c:v>
                </c:pt>
                <c:pt idx="79">
                  <c:v>1.58</c:v>
                </c:pt>
                <c:pt idx="80">
                  <c:v>1.62</c:v>
                </c:pt>
                <c:pt idx="81">
                  <c:v>1.66</c:v>
                </c:pt>
                <c:pt idx="82">
                  <c:v>1.7</c:v>
                </c:pt>
                <c:pt idx="83">
                  <c:v>1.74</c:v>
                </c:pt>
                <c:pt idx="84">
                  <c:v>1.77</c:v>
                </c:pt>
                <c:pt idx="85">
                  <c:v>1.82</c:v>
                </c:pt>
                <c:pt idx="86">
                  <c:v>1.86</c:v>
                </c:pt>
                <c:pt idx="87">
                  <c:v>1.9</c:v>
                </c:pt>
                <c:pt idx="88">
                  <c:v>1.94</c:v>
                </c:pt>
                <c:pt idx="89">
                  <c:v>1.98</c:v>
                </c:pt>
                <c:pt idx="90">
                  <c:v>2.02</c:v>
                </c:pt>
                <c:pt idx="91">
                  <c:v>2.06</c:v>
                </c:pt>
                <c:pt idx="92">
                  <c:v>2.1</c:v>
                </c:pt>
                <c:pt idx="93">
                  <c:v>2.14</c:v>
                </c:pt>
                <c:pt idx="94">
                  <c:v>2.17</c:v>
                </c:pt>
                <c:pt idx="95">
                  <c:v>2.22</c:v>
                </c:pt>
                <c:pt idx="96">
                  <c:v>2.26</c:v>
                </c:pt>
                <c:pt idx="97">
                  <c:v>2.29</c:v>
                </c:pt>
                <c:pt idx="98">
                  <c:v>2.34</c:v>
                </c:pt>
                <c:pt idx="99">
                  <c:v>2.38</c:v>
                </c:pt>
                <c:pt idx="100">
                  <c:v>2.42</c:v>
                </c:pt>
                <c:pt idx="101">
                  <c:v>2.46</c:v>
                </c:pt>
                <c:pt idx="102">
                  <c:v>2.5</c:v>
                </c:pt>
                <c:pt idx="103">
                  <c:v>2.54</c:v>
                </c:pt>
                <c:pt idx="104">
                  <c:v>2.58</c:v>
                </c:pt>
                <c:pt idx="105">
                  <c:v>2.62</c:v>
                </c:pt>
                <c:pt idx="106">
                  <c:v>2.66</c:v>
                </c:pt>
                <c:pt idx="107">
                  <c:v>2.69</c:v>
                </c:pt>
                <c:pt idx="108">
                  <c:v>2.74</c:v>
                </c:pt>
                <c:pt idx="109">
                  <c:v>2.78</c:v>
                </c:pt>
                <c:pt idx="110">
                  <c:v>2.81</c:v>
                </c:pt>
                <c:pt idx="111">
                  <c:v>2.86</c:v>
                </c:pt>
                <c:pt idx="112">
                  <c:v>2.9</c:v>
                </c:pt>
                <c:pt idx="113">
                  <c:v>2.93</c:v>
                </c:pt>
                <c:pt idx="114">
                  <c:v>2.98</c:v>
                </c:pt>
                <c:pt idx="115">
                  <c:v>3.02</c:v>
                </c:pt>
                <c:pt idx="116">
                  <c:v>3.06</c:v>
                </c:pt>
                <c:pt idx="117">
                  <c:v>3.1</c:v>
                </c:pt>
                <c:pt idx="118">
                  <c:v>3.14</c:v>
                </c:pt>
                <c:pt idx="119">
                  <c:v>3.18</c:v>
                </c:pt>
                <c:pt idx="120">
                  <c:v>3.22</c:v>
                </c:pt>
                <c:pt idx="121">
                  <c:v>3.26</c:v>
                </c:pt>
                <c:pt idx="122">
                  <c:v>3.3</c:v>
                </c:pt>
                <c:pt idx="123">
                  <c:v>3.33</c:v>
                </c:pt>
                <c:pt idx="124">
                  <c:v>3.38</c:v>
                </c:pt>
                <c:pt idx="125">
                  <c:v>3.42</c:v>
                </c:pt>
                <c:pt idx="126">
                  <c:v>3.45</c:v>
                </c:pt>
                <c:pt idx="127">
                  <c:v>3.5</c:v>
                </c:pt>
                <c:pt idx="128">
                  <c:v>3.54</c:v>
                </c:pt>
                <c:pt idx="129">
                  <c:v>3.58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30"/>
                <c:pt idx="0">
                  <c:v>15.1045852971871</c:v>
                </c:pt>
                <c:pt idx="1">
                  <c:v>14.6570906048915</c:v>
                </c:pt>
                <c:pt idx="2">
                  <c:v>13.3440157748708</c:v>
                </c:pt>
                <c:pt idx="3">
                  <c:v>11.3817099330461</c:v>
                </c:pt>
                <c:pt idx="4">
                  <c:v>8.88513961623564</c:v>
                </c:pt>
                <c:pt idx="5">
                  <c:v>9.98747275340464</c:v>
                </c:pt>
                <c:pt idx="6">
                  <c:v>10.5533713096811</c:v>
                </c:pt>
                <c:pt idx="7">
                  <c:v>11.1320989485362</c:v>
                </c:pt>
                <c:pt idx="8">
                  <c:v>13.645380793514</c:v>
                </c:pt>
                <c:pt idx="9">
                  <c:v>9.96910557673054</c:v>
                </c:pt>
                <c:pt idx="10">
                  <c:v>9.70009020576613</c:v>
                </c:pt>
                <c:pt idx="11">
                  <c:v>12.6323738861704</c:v>
                </c:pt>
                <c:pt idx="12">
                  <c:v>11.8691255364496</c:v>
                </c:pt>
                <c:pt idx="13">
                  <c:v>11.8201632391435</c:v>
                </c:pt>
                <c:pt idx="14">
                  <c:v>8.62424709757321</c:v>
                </c:pt>
                <c:pt idx="15">
                  <c:v>8.02161112246162</c:v>
                </c:pt>
                <c:pt idx="16">
                  <c:v>7.90092203480075</c:v>
                </c:pt>
                <c:pt idx="17">
                  <c:v>7.508466554497</c:v>
                </c:pt>
                <c:pt idx="18">
                  <c:v>7.57963923943614</c:v>
                </c:pt>
                <c:pt idx="19">
                  <c:v>9.29526686007454</c:v>
                </c:pt>
                <c:pt idx="20">
                  <c:v>10.2517113205552</c:v>
                </c:pt>
                <c:pt idx="21">
                  <c:v>10.4487102553377</c:v>
                </c:pt>
                <c:pt idx="22">
                  <c:v>13.8469649021004</c:v>
                </c:pt>
                <c:pt idx="23">
                  <c:v>9.90680806314526</c:v>
                </c:pt>
                <c:pt idx="24">
                  <c:v>7.74529289310611</c:v>
                </c:pt>
                <c:pt idx="25">
                  <c:v>9.82913454989807</c:v>
                </c:pt>
                <c:pt idx="26">
                  <c:v>7.8566293663377</c:v>
                </c:pt>
                <c:pt idx="27">
                  <c:v>6.15317519659566</c:v>
                </c:pt>
                <c:pt idx="28">
                  <c:v>9.57183388907267</c:v>
                </c:pt>
                <c:pt idx="29">
                  <c:v>12.8216389357991</c:v>
                </c:pt>
                <c:pt idx="30">
                  <c:v>9.92297762770833</c:v>
                </c:pt>
                <c:pt idx="31">
                  <c:v>12.4916065419945</c:v>
                </c:pt>
                <c:pt idx="32">
                  <c:v>15.8549344054146</c:v>
                </c:pt>
                <c:pt idx="33">
                  <c:v>11.1016761797487</c:v>
                </c:pt>
                <c:pt idx="34">
                  <c:v>12.4012837238731</c:v>
                </c:pt>
                <c:pt idx="35">
                  <c:v>13.6620359024561</c:v>
                </c:pt>
                <c:pt idx="36">
                  <c:v>12.6132711459003</c:v>
                </c:pt>
                <c:pt idx="37">
                  <c:v>7.44643357588047</c:v>
                </c:pt>
                <c:pt idx="38">
                  <c:v>8.60051300795482</c:v>
                </c:pt>
                <c:pt idx="39">
                  <c:v>9.49135148437777</c:v>
                </c:pt>
                <c:pt idx="40">
                  <c:v>7.79963755568167</c:v>
                </c:pt>
                <c:pt idx="41">
                  <c:v>7.34204399333047</c:v>
                </c:pt>
                <c:pt idx="42">
                  <c:v>19.5000352307374</c:v>
                </c:pt>
                <c:pt idx="43">
                  <c:v>21.8358883492291</c:v>
                </c:pt>
                <c:pt idx="44">
                  <c:v>12.6609257560417</c:v>
                </c:pt>
                <c:pt idx="45">
                  <c:v>14.1483900497548</c:v>
                </c:pt>
                <c:pt idx="46">
                  <c:v>11.5388001542621</c:v>
                </c:pt>
                <c:pt idx="47">
                  <c:v>9.25423049205065</c:v>
                </c:pt>
                <c:pt idx="48">
                  <c:v>7.58831615050401</c:v>
                </c:pt>
                <c:pt idx="49">
                  <c:v>10.4915090430309</c:v>
                </c:pt>
                <c:pt idx="50">
                  <c:v>12.7139336556394</c:v>
                </c:pt>
                <c:pt idx="51">
                  <c:v>8.93035973519544</c:v>
                </c:pt>
                <c:pt idx="52">
                  <c:v>9.38447041659784</c:v>
                </c:pt>
                <c:pt idx="53">
                  <c:v>7.6319808044832</c:v>
                </c:pt>
                <c:pt idx="54">
                  <c:v>6.08799507227133</c:v>
                </c:pt>
                <c:pt idx="55">
                  <c:v>9.4995424626663</c:v>
                </c:pt>
                <c:pt idx="56">
                  <c:v>24.3578350638968</c:v>
                </c:pt>
                <c:pt idx="57">
                  <c:v>14.5249345953777</c:v>
                </c:pt>
                <c:pt idx="58">
                  <c:v>13.1821681069542</c:v>
                </c:pt>
                <c:pt idx="59">
                  <c:v>14.3535204740858</c:v>
                </c:pt>
                <c:pt idx="60">
                  <c:v>11.4503427459618</c:v>
                </c:pt>
                <c:pt idx="61">
                  <c:v>8.55690019808575</c:v>
                </c:pt>
                <c:pt idx="62">
                  <c:v>5.74953719876652</c:v>
                </c:pt>
                <c:pt idx="63">
                  <c:v>14.4211969683518</c:v>
                </c:pt>
                <c:pt idx="64">
                  <c:v>14.3402072858101</c:v>
                </c:pt>
                <c:pt idx="65">
                  <c:v>11.9403839134259</c:v>
                </c:pt>
                <c:pt idx="66">
                  <c:v>12.5494328955535</c:v>
                </c:pt>
                <c:pt idx="67">
                  <c:v>6.1596009611013</c:v>
                </c:pt>
                <c:pt idx="68">
                  <c:v>3.80458473423842</c:v>
                </c:pt>
                <c:pt idx="69">
                  <c:v>9.03973898959478</c:v>
                </c:pt>
                <c:pt idx="70">
                  <c:v>15.980756834393</c:v>
                </c:pt>
                <c:pt idx="71">
                  <c:v>16.2478693372393</c:v>
                </c:pt>
                <c:pt idx="72">
                  <c:v>12.6058192911052</c:v>
                </c:pt>
                <c:pt idx="73">
                  <c:v>16.0277864660096</c:v>
                </c:pt>
                <c:pt idx="74">
                  <c:v>11.0763579754358</c:v>
                </c:pt>
                <c:pt idx="75">
                  <c:v>8.63909335520806</c:v>
                </c:pt>
                <c:pt idx="76">
                  <c:v>5.23747009538002</c:v>
                </c:pt>
                <c:pt idx="77">
                  <c:v>5.77047121126169</c:v>
                </c:pt>
                <c:pt idx="78">
                  <c:v>11.5435289231673</c:v>
                </c:pt>
                <c:pt idx="79">
                  <c:v>7.98517476327225</c:v>
                </c:pt>
                <c:pt idx="80">
                  <c:v>9.63490259421443</c:v>
                </c:pt>
                <c:pt idx="81">
                  <c:v>8.90065486354796</c:v>
                </c:pt>
                <c:pt idx="82">
                  <c:v>10.1227967479348</c:v>
                </c:pt>
                <c:pt idx="83">
                  <c:v>8.2573550850136</c:v>
                </c:pt>
                <c:pt idx="84">
                  <c:v>14.3524887388912</c:v>
                </c:pt>
                <c:pt idx="85">
                  <c:v>21.3305835832028</c:v>
                </c:pt>
                <c:pt idx="86">
                  <c:v>12.4499154615604</c:v>
                </c:pt>
                <c:pt idx="87">
                  <c:v>14.8499290907398</c:v>
                </c:pt>
                <c:pt idx="88">
                  <c:v>9.56003436186293</c:v>
                </c:pt>
                <c:pt idx="89">
                  <c:v>7.59805672524232</c:v>
                </c:pt>
                <c:pt idx="90">
                  <c:v>7.07613022774454</c:v>
                </c:pt>
                <c:pt idx="91">
                  <c:v>10.2019841207483</c:v>
                </c:pt>
                <c:pt idx="92">
                  <c:v>24.2381564274183</c:v>
                </c:pt>
                <c:pt idx="93">
                  <c:v>11.2018581494322</c:v>
                </c:pt>
                <c:pt idx="94">
                  <c:v>5.47353898314427</c:v>
                </c:pt>
                <c:pt idx="95">
                  <c:v>9.32938143715863</c:v>
                </c:pt>
                <c:pt idx="96">
                  <c:v>6.36811471316276</c:v>
                </c:pt>
                <c:pt idx="97">
                  <c:v>8.87005811705876</c:v>
                </c:pt>
                <c:pt idx="98">
                  <c:v>13.9517127980761</c:v>
                </c:pt>
                <c:pt idx="99">
                  <c:v>20.4655231303771</c:v>
                </c:pt>
                <c:pt idx="100">
                  <c:v>13.8619060017012</c:v>
                </c:pt>
                <c:pt idx="101">
                  <c:v>11.4014113161485</c:v>
                </c:pt>
                <c:pt idx="102">
                  <c:v>9.91108712503326</c:v>
                </c:pt>
                <c:pt idx="103">
                  <c:v>7.52273706838143</c:v>
                </c:pt>
                <c:pt idx="104">
                  <c:v>8.80322293254011</c:v>
                </c:pt>
                <c:pt idx="105">
                  <c:v>9.98715119541103</c:v>
                </c:pt>
                <c:pt idx="106">
                  <c:v>11.4337682327394</c:v>
                </c:pt>
                <c:pt idx="107">
                  <c:v>12.2140121581731</c:v>
                </c:pt>
                <c:pt idx="108">
                  <c:v>9.8070603648596</c:v>
                </c:pt>
                <c:pt idx="109">
                  <c:v>10.3475511112533</c:v>
                </c:pt>
                <c:pt idx="110">
                  <c:v>12.5548351243654</c:v>
                </c:pt>
                <c:pt idx="111">
                  <c:v>14.1307829224003</c:v>
                </c:pt>
                <c:pt idx="112">
                  <c:v>16.3371955059612</c:v>
                </c:pt>
                <c:pt idx="113">
                  <c:v>15.9452060193652</c:v>
                </c:pt>
                <c:pt idx="114">
                  <c:v>9.61874258934088</c:v>
                </c:pt>
                <c:pt idx="115">
                  <c:v>9.39469499238799</c:v>
                </c:pt>
                <c:pt idx="116">
                  <c:v>8.060702760926</c:v>
                </c:pt>
                <c:pt idx="117">
                  <c:v>8.52678585400149</c:v>
                </c:pt>
                <c:pt idx="118">
                  <c:v>9.87634213664148</c:v>
                </c:pt>
                <c:pt idx="119">
                  <c:v>10.0881896790257</c:v>
                </c:pt>
                <c:pt idx="120">
                  <c:v>13.9465858187587</c:v>
                </c:pt>
                <c:pt idx="121">
                  <c:v>10.986831617896</c:v>
                </c:pt>
                <c:pt idx="122">
                  <c:v>9.8981853387376</c:v>
                </c:pt>
                <c:pt idx="123">
                  <c:v>11.0862122476525</c:v>
                </c:pt>
                <c:pt idx="124">
                  <c:v>8.28454965583525</c:v>
                </c:pt>
                <c:pt idx="125">
                  <c:v>8.38596005237325</c:v>
                </c:pt>
                <c:pt idx="126">
                  <c:v>8.94096174916323</c:v>
                </c:pt>
                <c:pt idx="127">
                  <c:v>8.53548100577818</c:v>
                </c:pt>
                <c:pt idx="128">
                  <c:v>8.11516537108148</c:v>
                </c:pt>
                <c:pt idx="129">
                  <c:v>9.03322694279293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0"/>
        <c:axId val="19485868"/>
        <c:axId val="70531588"/>
      </c:lineChart>
      <c:catAx>
        <c:axId val="19485868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C9CFD9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70531588"/>
        <c:auto val="1"/>
        <c:lblAlgn val="ctr"/>
        <c:lblOffset val="100"/>
        <c:noMultiLvlLbl val="0"/>
      </c:catAx>
      <c:valAx>
        <c:axId val="70531588"/>
        <c:scaling>
          <c:orientation val="minMax"/>
          <c:max val="30"/>
          <c:min val="0"/>
        </c:scaling>
        <c:delete val="0"/>
        <c:axPos val="l"/>
        <c:majorGridlines>
          <c:spPr>
            <a:ln w="6480">
              <a:solidFill>
                <a:srgbClr val="E3E7EE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sz="90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19485868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X</c:v>
                </c:pt>
              </c:strCache>
            </c:strRef>
          </c:tx>
          <c:spPr>
            <a:solidFill>
              <a:srgbClr val="E53935"/>
            </a:solidFill>
            <a:ln w="12600">
              <a:solidFill>
                <a:srgbClr val="E53935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30"/>
                <c:pt idx="0">
                  <c:v>-1.58</c:v>
                </c:pt>
                <c:pt idx="1">
                  <c:v>-1.54</c:v>
                </c:pt>
                <c:pt idx="2">
                  <c:v>-1.5</c:v>
                </c:pt>
                <c:pt idx="3">
                  <c:v>-1.46</c:v>
                </c:pt>
                <c:pt idx="4">
                  <c:v>-1.42</c:v>
                </c:pt>
                <c:pt idx="5">
                  <c:v>-1.38</c:v>
                </c:pt>
                <c:pt idx="6">
                  <c:v>-1.34</c:v>
                </c:pt>
                <c:pt idx="7">
                  <c:v>-1.3</c:v>
                </c:pt>
                <c:pt idx="8">
                  <c:v>-1.26</c:v>
                </c:pt>
                <c:pt idx="9">
                  <c:v>-1.22</c:v>
                </c:pt>
                <c:pt idx="10">
                  <c:v>-1.19</c:v>
                </c:pt>
                <c:pt idx="11">
                  <c:v>-1.14</c:v>
                </c:pt>
                <c:pt idx="12">
                  <c:v>-1.1</c:v>
                </c:pt>
                <c:pt idx="13">
                  <c:v>-1.06</c:v>
                </c:pt>
                <c:pt idx="14">
                  <c:v>-1.02</c:v>
                </c:pt>
                <c:pt idx="15">
                  <c:v>-0.98</c:v>
                </c:pt>
                <c:pt idx="16">
                  <c:v>-0.94</c:v>
                </c:pt>
                <c:pt idx="17">
                  <c:v>-0.9</c:v>
                </c:pt>
                <c:pt idx="18">
                  <c:v>-0.86</c:v>
                </c:pt>
                <c:pt idx="19">
                  <c:v>-0.82</c:v>
                </c:pt>
                <c:pt idx="20">
                  <c:v>-0.79</c:v>
                </c:pt>
                <c:pt idx="21">
                  <c:v>-0.74</c:v>
                </c:pt>
                <c:pt idx="22">
                  <c:v>-0.7</c:v>
                </c:pt>
                <c:pt idx="23">
                  <c:v>-0.67</c:v>
                </c:pt>
                <c:pt idx="24">
                  <c:v>-0.62</c:v>
                </c:pt>
                <c:pt idx="25">
                  <c:v>-0.58</c:v>
                </c:pt>
                <c:pt idx="26">
                  <c:v>-0.55</c:v>
                </c:pt>
                <c:pt idx="27">
                  <c:v>-0.5</c:v>
                </c:pt>
                <c:pt idx="28">
                  <c:v>-0.46</c:v>
                </c:pt>
                <c:pt idx="29">
                  <c:v>-0.42</c:v>
                </c:pt>
                <c:pt idx="30">
                  <c:v>-0.38</c:v>
                </c:pt>
                <c:pt idx="31">
                  <c:v>-0.34</c:v>
                </c:pt>
                <c:pt idx="32">
                  <c:v>-0.3</c:v>
                </c:pt>
                <c:pt idx="33">
                  <c:v>-0.26</c:v>
                </c:pt>
                <c:pt idx="34">
                  <c:v>-0.22</c:v>
                </c:pt>
                <c:pt idx="35">
                  <c:v>-0.18</c:v>
                </c:pt>
                <c:pt idx="36">
                  <c:v>-0.14</c:v>
                </c:pt>
                <c:pt idx="37">
                  <c:v>-0.1</c:v>
                </c:pt>
                <c:pt idx="38">
                  <c:v>-0.06</c:v>
                </c:pt>
                <c:pt idx="39">
                  <c:v>-0.03</c:v>
                </c:pt>
                <c:pt idx="40">
                  <c:v>0.02</c:v>
                </c:pt>
                <c:pt idx="41">
                  <c:v>0.06</c:v>
                </c:pt>
                <c:pt idx="42">
                  <c:v>0.1</c:v>
                </c:pt>
                <c:pt idx="43">
                  <c:v>0.14</c:v>
                </c:pt>
                <c:pt idx="44">
                  <c:v>0.18</c:v>
                </c:pt>
                <c:pt idx="45">
                  <c:v>0.22</c:v>
                </c:pt>
                <c:pt idx="46">
                  <c:v>0.26</c:v>
                </c:pt>
                <c:pt idx="47">
                  <c:v>0.3</c:v>
                </c:pt>
                <c:pt idx="48">
                  <c:v>0.34</c:v>
                </c:pt>
                <c:pt idx="49">
                  <c:v>0.38</c:v>
                </c:pt>
                <c:pt idx="50">
                  <c:v>0.42</c:v>
                </c:pt>
                <c:pt idx="51">
                  <c:v>0.46</c:v>
                </c:pt>
                <c:pt idx="52">
                  <c:v>0.49</c:v>
                </c:pt>
                <c:pt idx="53">
                  <c:v>0.54</c:v>
                </c:pt>
                <c:pt idx="54">
                  <c:v>0.58</c:v>
                </c:pt>
                <c:pt idx="55">
                  <c:v>0.61</c:v>
                </c:pt>
                <c:pt idx="56">
                  <c:v>0.66</c:v>
                </c:pt>
                <c:pt idx="57">
                  <c:v>0.7</c:v>
                </c:pt>
                <c:pt idx="58">
                  <c:v>0.74</c:v>
                </c:pt>
                <c:pt idx="59">
                  <c:v>0.78</c:v>
                </c:pt>
                <c:pt idx="60">
                  <c:v>0.82</c:v>
                </c:pt>
                <c:pt idx="61">
                  <c:v>0.86</c:v>
                </c:pt>
                <c:pt idx="62">
                  <c:v>0.9</c:v>
                </c:pt>
                <c:pt idx="63">
                  <c:v>0.94</c:v>
                </c:pt>
                <c:pt idx="64">
                  <c:v>0.98</c:v>
                </c:pt>
                <c:pt idx="65">
                  <c:v>1.01</c:v>
                </c:pt>
                <c:pt idx="66">
                  <c:v>1.06</c:v>
                </c:pt>
                <c:pt idx="67">
                  <c:v>1.1</c:v>
                </c:pt>
                <c:pt idx="68">
                  <c:v>1.13</c:v>
                </c:pt>
                <c:pt idx="69">
                  <c:v>1.18</c:v>
                </c:pt>
                <c:pt idx="70">
                  <c:v>1.22</c:v>
                </c:pt>
                <c:pt idx="71">
                  <c:v>1.26</c:v>
                </c:pt>
                <c:pt idx="72">
                  <c:v>1.3</c:v>
                </c:pt>
                <c:pt idx="73">
                  <c:v>1.34</c:v>
                </c:pt>
                <c:pt idx="74">
                  <c:v>1.38</c:v>
                </c:pt>
                <c:pt idx="75">
                  <c:v>1.42</c:v>
                </c:pt>
                <c:pt idx="76">
                  <c:v>1.46</c:v>
                </c:pt>
                <c:pt idx="77">
                  <c:v>1.5</c:v>
                </c:pt>
                <c:pt idx="78">
                  <c:v>1.53</c:v>
                </c:pt>
                <c:pt idx="79">
                  <c:v>1.58</c:v>
                </c:pt>
                <c:pt idx="80">
                  <c:v>1.62</c:v>
                </c:pt>
                <c:pt idx="81">
                  <c:v>1.66</c:v>
                </c:pt>
                <c:pt idx="82">
                  <c:v>1.7</c:v>
                </c:pt>
                <c:pt idx="83">
                  <c:v>1.74</c:v>
                </c:pt>
                <c:pt idx="84">
                  <c:v>1.77</c:v>
                </c:pt>
                <c:pt idx="85">
                  <c:v>1.82</c:v>
                </c:pt>
                <c:pt idx="86">
                  <c:v>1.86</c:v>
                </c:pt>
                <c:pt idx="87">
                  <c:v>1.9</c:v>
                </c:pt>
                <c:pt idx="88">
                  <c:v>1.94</c:v>
                </c:pt>
                <c:pt idx="89">
                  <c:v>1.98</c:v>
                </c:pt>
                <c:pt idx="90">
                  <c:v>2.02</c:v>
                </c:pt>
                <c:pt idx="91">
                  <c:v>2.06</c:v>
                </c:pt>
                <c:pt idx="92">
                  <c:v>2.1</c:v>
                </c:pt>
                <c:pt idx="93">
                  <c:v>2.14</c:v>
                </c:pt>
                <c:pt idx="94">
                  <c:v>2.17</c:v>
                </c:pt>
                <c:pt idx="95">
                  <c:v>2.22</c:v>
                </c:pt>
                <c:pt idx="96">
                  <c:v>2.26</c:v>
                </c:pt>
                <c:pt idx="97">
                  <c:v>2.29</c:v>
                </c:pt>
                <c:pt idx="98">
                  <c:v>2.34</c:v>
                </c:pt>
                <c:pt idx="99">
                  <c:v>2.38</c:v>
                </c:pt>
                <c:pt idx="100">
                  <c:v>2.42</c:v>
                </c:pt>
                <c:pt idx="101">
                  <c:v>2.46</c:v>
                </c:pt>
                <c:pt idx="102">
                  <c:v>2.5</c:v>
                </c:pt>
                <c:pt idx="103">
                  <c:v>2.54</c:v>
                </c:pt>
                <c:pt idx="104">
                  <c:v>2.58</c:v>
                </c:pt>
                <c:pt idx="105">
                  <c:v>2.62</c:v>
                </c:pt>
                <c:pt idx="106">
                  <c:v>2.66</c:v>
                </c:pt>
                <c:pt idx="107">
                  <c:v>2.69</c:v>
                </c:pt>
                <c:pt idx="108">
                  <c:v>2.74</c:v>
                </c:pt>
                <c:pt idx="109">
                  <c:v>2.78</c:v>
                </c:pt>
                <c:pt idx="110">
                  <c:v>2.81</c:v>
                </c:pt>
                <c:pt idx="111">
                  <c:v>2.86</c:v>
                </c:pt>
                <c:pt idx="112">
                  <c:v>2.9</c:v>
                </c:pt>
                <c:pt idx="113">
                  <c:v>2.93</c:v>
                </c:pt>
                <c:pt idx="114">
                  <c:v>2.98</c:v>
                </c:pt>
                <c:pt idx="115">
                  <c:v>3.02</c:v>
                </c:pt>
                <c:pt idx="116">
                  <c:v>3.06</c:v>
                </c:pt>
                <c:pt idx="117">
                  <c:v>3.1</c:v>
                </c:pt>
                <c:pt idx="118">
                  <c:v>3.14</c:v>
                </c:pt>
                <c:pt idx="119">
                  <c:v>3.18</c:v>
                </c:pt>
                <c:pt idx="120">
                  <c:v>3.22</c:v>
                </c:pt>
                <c:pt idx="121">
                  <c:v>3.26</c:v>
                </c:pt>
                <c:pt idx="122">
                  <c:v>3.3</c:v>
                </c:pt>
                <c:pt idx="123">
                  <c:v>3.33</c:v>
                </c:pt>
                <c:pt idx="124">
                  <c:v>3.38</c:v>
                </c:pt>
                <c:pt idx="125">
                  <c:v>3.42</c:v>
                </c:pt>
                <c:pt idx="126">
                  <c:v>3.45</c:v>
                </c:pt>
                <c:pt idx="127">
                  <c:v>3.5</c:v>
                </c:pt>
                <c:pt idx="128">
                  <c:v>3.54</c:v>
                </c:pt>
                <c:pt idx="129">
                  <c:v>3.58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30"/>
                <c:pt idx="0">
                  <c:v>5.92</c:v>
                </c:pt>
                <c:pt idx="1">
                  <c:v>3.116</c:v>
                </c:pt>
                <c:pt idx="2">
                  <c:v>1.786</c:v>
                </c:pt>
                <c:pt idx="3">
                  <c:v>4.03</c:v>
                </c:pt>
                <c:pt idx="4">
                  <c:v>3.867</c:v>
                </c:pt>
                <c:pt idx="5">
                  <c:v>4.078</c:v>
                </c:pt>
                <c:pt idx="6">
                  <c:v>2.977</c:v>
                </c:pt>
                <c:pt idx="7">
                  <c:v>3.513</c:v>
                </c:pt>
                <c:pt idx="8">
                  <c:v>3.078</c:v>
                </c:pt>
                <c:pt idx="9">
                  <c:v>1.451</c:v>
                </c:pt>
                <c:pt idx="10">
                  <c:v>1.058</c:v>
                </c:pt>
                <c:pt idx="11">
                  <c:v>0.91</c:v>
                </c:pt>
                <c:pt idx="12">
                  <c:v>1.178</c:v>
                </c:pt>
                <c:pt idx="13">
                  <c:v>4.001</c:v>
                </c:pt>
                <c:pt idx="14">
                  <c:v>3.465</c:v>
                </c:pt>
                <c:pt idx="15">
                  <c:v>3.15</c:v>
                </c:pt>
                <c:pt idx="16">
                  <c:v>4.025</c:v>
                </c:pt>
                <c:pt idx="17">
                  <c:v>4.183</c:v>
                </c:pt>
                <c:pt idx="18">
                  <c:v>4.671</c:v>
                </c:pt>
                <c:pt idx="19">
                  <c:v>5.944</c:v>
                </c:pt>
                <c:pt idx="20">
                  <c:v>6.897</c:v>
                </c:pt>
                <c:pt idx="21">
                  <c:v>8.112</c:v>
                </c:pt>
                <c:pt idx="22">
                  <c:v>9.543</c:v>
                </c:pt>
                <c:pt idx="23">
                  <c:v>5.901</c:v>
                </c:pt>
                <c:pt idx="24">
                  <c:v>5.624</c:v>
                </c:pt>
                <c:pt idx="25">
                  <c:v>6.495</c:v>
                </c:pt>
                <c:pt idx="26">
                  <c:v>5.614</c:v>
                </c:pt>
                <c:pt idx="27">
                  <c:v>5.126</c:v>
                </c:pt>
                <c:pt idx="28">
                  <c:v>5.236</c:v>
                </c:pt>
                <c:pt idx="29">
                  <c:v>4.485</c:v>
                </c:pt>
                <c:pt idx="30">
                  <c:v>1.848</c:v>
                </c:pt>
                <c:pt idx="31">
                  <c:v>3.973</c:v>
                </c:pt>
                <c:pt idx="32">
                  <c:v>6.61</c:v>
                </c:pt>
                <c:pt idx="33">
                  <c:v>6.643</c:v>
                </c:pt>
                <c:pt idx="34">
                  <c:v>11.017</c:v>
                </c:pt>
                <c:pt idx="35">
                  <c:v>12.51</c:v>
                </c:pt>
                <c:pt idx="36">
                  <c:v>9.438</c:v>
                </c:pt>
                <c:pt idx="37">
                  <c:v>4.461</c:v>
                </c:pt>
                <c:pt idx="38">
                  <c:v>6.614</c:v>
                </c:pt>
                <c:pt idx="39">
                  <c:v>7.246</c:v>
                </c:pt>
                <c:pt idx="40">
                  <c:v>7.088</c:v>
                </c:pt>
                <c:pt idx="41">
                  <c:v>2.379</c:v>
                </c:pt>
                <c:pt idx="42">
                  <c:v>10.687</c:v>
                </c:pt>
                <c:pt idx="43">
                  <c:v>11.912</c:v>
                </c:pt>
                <c:pt idx="44">
                  <c:v>5.944</c:v>
                </c:pt>
                <c:pt idx="45">
                  <c:v>6.892</c:v>
                </c:pt>
                <c:pt idx="46">
                  <c:v>6.313</c:v>
                </c:pt>
                <c:pt idx="47">
                  <c:v>8.399</c:v>
                </c:pt>
                <c:pt idx="48">
                  <c:v>7.059</c:v>
                </c:pt>
                <c:pt idx="49">
                  <c:v>10.175</c:v>
                </c:pt>
                <c:pt idx="50">
                  <c:v>9.787</c:v>
                </c:pt>
                <c:pt idx="51">
                  <c:v>4.762</c:v>
                </c:pt>
                <c:pt idx="52">
                  <c:v>5.011</c:v>
                </c:pt>
                <c:pt idx="53">
                  <c:v>5.667</c:v>
                </c:pt>
                <c:pt idx="54">
                  <c:v>4.978</c:v>
                </c:pt>
                <c:pt idx="55">
                  <c:v>3.183</c:v>
                </c:pt>
                <c:pt idx="56">
                  <c:v>19.292</c:v>
                </c:pt>
                <c:pt idx="57">
                  <c:v>5.81</c:v>
                </c:pt>
                <c:pt idx="58">
                  <c:v>5.006</c:v>
                </c:pt>
                <c:pt idx="59">
                  <c:v>6.705</c:v>
                </c:pt>
                <c:pt idx="60">
                  <c:v>6.208</c:v>
                </c:pt>
                <c:pt idx="61">
                  <c:v>7.126</c:v>
                </c:pt>
                <c:pt idx="62">
                  <c:v>5.629</c:v>
                </c:pt>
                <c:pt idx="63">
                  <c:v>13.64</c:v>
                </c:pt>
                <c:pt idx="64">
                  <c:v>13.238</c:v>
                </c:pt>
                <c:pt idx="65">
                  <c:v>8.84</c:v>
                </c:pt>
                <c:pt idx="66">
                  <c:v>7.284</c:v>
                </c:pt>
                <c:pt idx="67">
                  <c:v>4.662</c:v>
                </c:pt>
                <c:pt idx="68">
                  <c:v>1.709</c:v>
                </c:pt>
                <c:pt idx="69">
                  <c:v>-2.076</c:v>
                </c:pt>
                <c:pt idx="70">
                  <c:v>11.022</c:v>
                </c:pt>
                <c:pt idx="71">
                  <c:v>9.993</c:v>
                </c:pt>
                <c:pt idx="72">
                  <c:v>3.738</c:v>
                </c:pt>
                <c:pt idx="73">
                  <c:v>7.117</c:v>
                </c:pt>
                <c:pt idx="74">
                  <c:v>6.796</c:v>
                </c:pt>
                <c:pt idx="75">
                  <c:v>6.418</c:v>
                </c:pt>
                <c:pt idx="76">
                  <c:v>3.346</c:v>
                </c:pt>
                <c:pt idx="77">
                  <c:v>0.829</c:v>
                </c:pt>
                <c:pt idx="78">
                  <c:v>10.606</c:v>
                </c:pt>
                <c:pt idx="79">
                  <c:v>5.384</c:v>
                </c:pt>
                <c:pt idx="80">
                  <c:v>6.246</c:v>
                </c:pt>
                <c:pt idx="81">
                  <c:v>7.102</c:v>
                </c:pt>
                <c:pt idx="82">
                  <c:v>9.242</c:v>
                </c:pt>
                <c:pt idx="83">
                  <c:v>4.36</c:v>
                </c:pt>
                <c:pt idx="84">
                  <c:v>5.82</c:v>
                </c:pt>
                <c:pt idx="85">
                  <c:v>14.812</c:v>
                </c:pt>
                <c:pt idx="86">
                  <c:v>5.715</c:v>
                </c:pt>
                <c:pt idx="87">
                  <c:v>8.328</c:v>
                </c:pt>
                <c:pt idx="88">
                  <c:v>8.151</c:v>
                </c:pt>
                <c:pt idx="89">
                  <c:v>7.136</c:v>
                </c:pt>
                <c:pt idx="90">
                  <c:v>4.547</c:v>
                </c:pt>
                <c:pt idx="91">
                  <c:v>2.7</c:v>
                </c:pt>
                <c:pt idx="92">
                  <c:v>16.267</c:v>
                </c:pt>
                <c:pt idx="93">
                  <c:v>9.251</c:v>
                </c:pt>
                <c:pt idx="94">
                  <c:v>3.245</c:v>
                </c:pt>
                <c:pt idx="95">
                  <c:v>5.021</c:v>
                </c:pt>
                <c:pt idx="96">
                  <c:v>6.222</c:v>
                </c:pt>
                <c:pt idx="97">
                  <c:v>7.873</c:v>
                </c:pt>
                <c:pt idx="98">
                  <c:v>10.543</c:v>
                </c:pt>
                <c:pt idx="99">
                  <c:v>14.774</c:v>
                </c:pt>
                <c:pt idx="100">
                  <c:v>11.333</c:v>
                </c:pt>
                <c:pt idx="101">
                  <c:v>9.424</c:v>
                </c:pt>
                <c:pt idx="102">
                  <c:v>8.036</c:v>
                </c:pt>
                <c:pt idx="103">
                  <c:v>5.839</c:v>
                </c:pt>
                <c:pt idx="104">
                  <c:v>6.05</c:v>
                </c:pt>
                <c:pt idx="105">
                  <c:v>6.777</c:v>
                </c:pt>
                <c:pt idx="106">
                  <c:v>8.572</c:v>
                </c:pt>
                <c:pt idx="107">
                  <c:v>9.658</c:v>
                </c:pt>
                <c:pt idx="108">
                  <c:v>6.528</c:v>
                </c:pt>
                <c:pt idx="109">
                  <c:v>4.743</c:v>
                </c:pt>
                <c:pt idx="110">
                  <c:v>4.021</c:v>
                </c:pt>
                <c:pt idx="111">
                  <c:v>5.911</c:v>
                </c:pt>
                <c:pt idx="112">
                  <c:v>9.031</c:v>
                </c:pt>
                <c:pt idx="113">
                  <c:v>8.907</c:v>
                </c:pt>
                <c:pt idx="114">
                  <c:v>8.323</c:v>
                </c:pt>
                <c:pt idx="115">
                  <c:v>9.313</c:v>
                </c:pt>
                <c:pt idx="116">
                  <c:v>7.634</c:v>
                </c:pt>
                <c:pt idx="117">
                  <c:v>7.629</c:v>
                </c:pt>
                <c:pt idx="118">
                  <c:v>7.337</c:v>
                </c:pt>
                <c:pt idx="119">
                  <c:v>6.959</c:v>
                </c:pt>
                <c:pt idx="120">
                  <c:v>5.116</c:v>
                </c:pt>
                <c:pt idx="121">
                  <c:v>3.26</c:v>
                </c:pt>
                <c:pt idx="122">
                  <c:v>7.284</c:v>
                </c:pt>
                <c:pt idx="123">
                  <c:v>8.05</c:v>
                </c:pt>
                <c:pt idx="124">
                  <c:v>5.069</c:v>
                </c:pt>
                <c:pt idx="125">
                  <c:v>3.365</c:v>
                </c:pt>
                <c:pt idx="126">
                  <c:v>2.862</c:v>
                </c:pt>
                <c:pt idx="127">
                  <c:v>2.786</c:v>
                </c:pt>
                <c:pt idx="128">
                  <c:v>1.374</c:v>
                </c:pt>
                <c:pt idx="129">
                  <c:v>0.977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rgbClr val="43A047"/>
            </a:solidFill>
            <a:ln w="12600">
              <a:solidFill>
                <a:srgbClr val="43A047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30"/>
                <c:pt idx="0">
                  <c:v>-1.58</c:v>
                </c:pt>
                <c:pt idx="1">
                  <c:v>-1.54</c:v>
                </c:pt>
                <c:pt idx="2">
                  <c:v>-1.5</c:v>
                </c:pt>
                <c:pt idx="3">
                  <c:v>-1.46</c:v>
                </c:pt>
                <c:pt idx="4">
                  <c:v>-1.42</c:v>
                </c:pt>
                <c:pt idx="5">
                  <c:v>-1.38</c:v>
                </c:pt>
                <c:pt idx="6">
                  <c:v>-1.34</c:v>
                </c:pt>
                <c:pt idx="7">
                  <c:v>-1.3</c:v>
                </c:pt>
                <c:pt idx="8">
                  <c:v>-1.26</c:v>
                </c:pt>
                <c:pt idx="9">
                  <c:v>-1.22</c:v>
                </c:pt>
                <c:pt idx="10">
                  <c:v>-1.19</c:v>
                </c:pt>
                <c:pt idx="11">
                  <c:v>-1.14</c:v>
                </c:pt>
                <c:pt idx="12">
                  <c:v>-1.1</c:v>
                </c:pt>
                <c:pt idx="13">
                  <c:v>-1.06</c:v>
                </c:pt>
                <c:pt idx="14">
                  <c:v>-1.02</c:v>
                </c:pt>
                <c:pt idx="15">
                  <c:v>-0.98</c:v>
                </c:pt>
                <c:pt idx="16">
                  <c:v>-0.94</c:v>
                </c:pt>
                <c:pt idx="17">
                  <c:v>-0.9</c:v>
                </c:pt>
                <c:pt idx="18">
                  <c:v>-0.86</c:v>
                </c:pt>
                <c:pt idx="19">
                  <c:v>-0.82</c:v>
                </c:pt>
                <c:pt idx="20">
                  <c:v>-0.79</c:v>
                </c:pt>
                <c:pt idx="21">
                  <c:v>-0.74</c:v>
                </c:pt>
                <c:pt idx="22">
                  <c:v>-0.7</c:v>
                </c:pt>
                <c:pt idx="23">
                  <c:v>-0.67</c:v>
                </c:pt>
                <c:pt idx="24">
                  <c:v>-0.62</c:v>
                </c:pt>
                <c:pt idx="25">
                  <c:v>-0.58</c:v>
                </c:pt>
                <c:pt idx="26">
                  <c:v>-0.55</c:v>
                </c:pt>
                <c:pt idx="27">
                  <c:v>-0.5</c:v>
                </c:pt>
                <c:pt idx="28">
                  <c:v>-0.46</c:v>
                </c:pt>
                <c:pt idx="29">
                  <c:v>-0.42</c:v>
                </c:pt>
                <c:pt idx="30">
                  <c:v>-0.38</c:v>
                </c:pt>
                <c:pt idx="31">
                  <c:v>-0.34</c:v>
                </c:pt>
                <c:pt idx="32">
                  <c:v>-0.3</c:v>
                </c:pt>
                <c:pt idx="33">
                  <c:v>-0.26</c:v>
                </c:pt>
                <c:pt idx="34">
                  <c:v>-0.22</c:v>
                </c:pt>
                <c:pt idx="35">
                  <c:v>-0.18</c:v>
                </c:pt>
                <c:pt idx="36">
                  <c:v>-0.14</c:v>
                </c:pt>
                <c:pt idx="37">
                  <c:v>-0.1</c:v>
                </c:pt>
                <c:pt idx="38">
                  <c:v>-0.06</c:v>
                </c:pt>
                <c:pt idx="39">
                  <c:v>-0.03</c:v>
                </c:pt>
                <c:pt idx="40">
                  <c:v>0.02</c:v>
                </c:pt>
                <c:pt idx="41">
                  <c:v>0.06</c:v>
                </c:pt>
                <c:pt idx="42">
                  <c:v>0.1</c:v>
                </c:pt>
                <c:pt idx="43">
                  <c:v>0.14</c:v>
                </c:pt>
                <c:pt idx="44">
                  <c:v>0.18</c:v>
                </c:pt>
                <c:pt idx="45">
                  <c:v>0.22</c:v>
                </c:pt>
                <c:pt idx="46">
                  <c:v>0.26</c:v>
                </c:pt>
                <c:pt idx="47">
                  <c:v>0.3</c:v>
                </c:pt>
                <c:pt idx="48">
                  <c:v>0.34</c:v>
                </c:pt>
                <c:pt idx="49">
                  <c:v>0.38</c:v>
                </c:pt>
                <c:pt idx="50">
                  <c:v>0.42</c:v>
                </c:pt>
                <c:pt idx="51">
                  <c:v>0.46</c:v>
                </c:pt>
                <c:pt idx="52">
                  <c:v>0.49</c:v>
                </c:pt>
                <c:pt idx="53">
                  <c:v>0.54</c:v>
                </c:pt>
                <c:pt idx="54">
                  <c:v>0.58</c:v>
                </c:pt>
                <c:pt idx="55">
                  <c:v>0.61</c:v>
                </c:pt>
                <c:pt idx="56">
                  <c:v>0.66</c:v>
                </c:pt>
                <c:pt idx="57">
                  <c:v>0.7</c:v>
                </c:pt>
                <c:pt idx="58">
                  <c:v>0.74</c:v>
                </c:pt>
                <c:pt idx="59">
                  <c:v>0.78</c:v>
                </c:pt>
                <c:pt idx="60">
                  <c:v>0.82</c:v>
                </c:pt>
                <c:pt idx="61">
                  <c:v>0.86</c:v>
                </c:pt>
                <c:pt idx="62">
                  <c:v>0.9</c:v>
                </c:pt>
                <c:pt idx="63">
                  <c:v>0.94</c:v>
                </c:pt>
                <c:pt idx="64">
                  <c:v>0.98</c:v>
                </c:pt>
                <c:pt idx="65">
                  <c:v>1.01</c:v>
                </c:pt>
                <c:pt idx="66">
                  <c:v>1.06</c:v>
                </c:pt>
                <c:pt idx="67">
                  <c:v>1.1</c:v>
                </c:pt>
                <c:pt idx="68">
                  <c:v>1.13</c:v>
                </c:pt>
                <c:pt idx="69">
                  <c:v>1.18</c:v>
                </c:pt>
                <c:pt idx="70">
                  <c:v>1.22</c:v>
                </c:pt>
                <c:pt idx="71">
                  <c:v>1.26</c:v>
                </c:pt>
                <c:pt idx="72">
                  <c:v>1.3</c:v>
                </c:pt>
                <c:pt idx="73">
                  <c:v>1.34</c:v>
                </c:pt>
                <c:pt idx="74">
                  <c:v>1.38</c:v>
                </c:pt>
                <c:pt idx="75">
                  <c:v>1.42</c:v>
                </c:pt>
                <c:pt idx="76">
                  <c:v>1.46</c:v>
                </c:pt>
                <c:pt idx="77">
                  <c:v>1.5</c:v>
                </c:pt>
                <c:pt idx="78">
                  <c:v>1.53</c:v>
                </c:pt>
                <c:pt idx="79">
                  <c:v>1.58</c:v>
                </c:pt>
                <c:pt idx="80">
                  <c:v>1.62</c:v>
                </c:pt>
                <c:pt idx="81">
                  <c:v>1.66</c:v>
                </c:pt>
                <c:pt idx="82">
                  <c:v>1.7</c:v>
                </c:pt>
                <c:pt idx="83">
                  <c:v>1.74</c:v>
                </c:pt>
                <c:pt idx="84">
                  <c:v>1.77</c:v>
                </c:pt>
                <c:pt idx="85">
                  <c:v>1.82</c:v>
                </c:pt>
                <c:pt idx="86">
                  <c:v>1.86</c:v>
                </c:pt>
                <c:pt idx="87">
                  <c:v>1.9</c:v>
                </c:pt>
                <c:pt idx="88">
                  <c:v>1.94</c:v>
                </c:pt>
                <c:pt idx="89">
                  <c:v>1.98</c:v>
                </c:pt>
                <c:pt idx="90">
                  <c:v>2.02</c:v>
                </c:pt>
                <c:pt idx="91">
                  <c:v>2.06</c:v>
                </c:pt>
                <c:pt idx="92">
                  <c:v>2.1</c:v>
                </c:pt>
                <c:pt idx="93">
                  <c:v>2.14</c:v>
                </c:pt>
                <c:pt idx="94">
                  <c:v>2.17</c:v>
                </c:pt>
                <c:pt idx="95">
                  <c:v>2.22</c:v>
                </c:pt>
                <c:pt idx="96">
                  <c:v>2.26</c:v>
                </c:pt>
                <c:pt idx="97">
                  <c:v>2.29</c:v>
                </c:pt>
                <c:pt idx="98">
                  <c:v>2.34</c:v>
                </c:pt>
                <c:pt idx="99">
                  <c:v>2.38</c:v>
                </c:pt>
                <c:pt idx="100">
                  <c:v>2.42</c:v>
                </c:pt>
                <c:pt idx="101">
                  <c:v>2.46</c:v>
                </c:pt>
                <c:pt idx="102">
                  <c:v>2.5</c:v>
                </c:pt>
                <c:pt idx="103">
                  <c:v>2.54</c:v>
                </c:pt>
                <c:pt idx="104">
                  <c:v>2.58</c:v>
                </c:pt>
                <c:pt idx="105">
                  <c:v>2.62</c:v>
                </c:pt>
                <c:pt idx="106">
                  <c:v>2.66</c:v>
                </c:pt>
                <c:pt idx="107">
                  <c:v>2.69</c:v>
                </c:pt>
                <c:pt idx="108">
                  <c:v>2.74</c:v>
                </c:pt>
                <c:pt idx="109">
                  <c:v>2.78</c:v>
                </c:pt>
                <c:pt idx="110">
                  <c:v>2.81</c:v>
                </c:pt>
                <c:pt idx="111">
                  <c:v>2.86</c:v>
                </c:pt>
                <c:pt idx="112">
                  <c:v>2.9</c:v>
                </c:pt>
                <c:pt idx="113">
                  <c:v>2.93</c:v>
                </c:pt>
                <c:pt idx="114">
                  <c:v>2.98</c:v>
                </c:pt>
                <c:pt idx="115">
                  <c:v>3.02</c:v>
                </c:pt>
                <c:pt idx="116">
                  <c:v>3.06</c:v>
                </c:pt>
                <c:pt idx="117">
                  <c:v>3.1</c:v>
                </c:pt>
                <c:pt idx="118">
                  <c:v>3.14</c:v>
                </c:pt>
                <c:pt idx="119">
                  <c:v>3.18</c:v>
                </c:pt>
                <c:pt idx="120">
                  <c:v>3.22</c:v>
                </c:pt>
                <c:pt idx="121">
                  <c:v>3.26</c:v>
                </c:pt>
                <c:pt idx="122">
                  <c:v>3.3</c:v>
                </c:pt>
                <c:pt idx="123">
                  <c:v>3.33</c:v>
                </c:pt>
                <c:pt idx="124">
                  <c:v>3.38</c:v>
                </c:pt>
                <c:pt idx="125">
                  <c:v>3.42</c:v>
                </c:pt>
                <c:pt idx="126">
                  <c:v>3.45</c:v>
                </c:pt>
                <c:pt idx="127">
                  <c:v>3.5</c:v>
                </c:pt>
                <c:pt idx="128">
                  <c:v>3.54</c:v>
                </c:pt>
                <c:pt idx="129">
                  <c:v>3.58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30"/>
                <c:pt idx="0">
                  <c:v>4.169</c:v>
                </c:pt>
                <c:pt idx="1">
                  <c:v>3.945</c:v>
                </c:pt>
                <c:pt idx="2">
                  <c:v>4.26</c:v>
                </c:pt>
                <c:pt idx="3">
                  <c:v>4.361</c:v>
                </c:pt>
                <c:pt idx="4">
                  <c:v>4.744</c:v>
                </c:pt>
                <c:pt idx="5">
                  <c:v>4.978</c:v>
                </c:pt>
                <c:pt idx="6">
                  <c:v>5.194</c:v>
                </c:pt>
                <c:pt idx="7">
                  <c:v>5.203</c:v>
                </c:pt>
                <c:pt idx="8">
                  <c:v>4.002</c:v>
                </c:pt>
                <c:pt idx="9">
                  <c:v>3.471</c:v>
                </c:pt>
                <c:pt idx="10">
                  <c:v>3.275</c:v>
                </c:pt>
                <c:pt idx="11">
                  <c:v>2.183</c:v>
                </c:pt>
                <c:pt idx="12">
                  <c:v>1.676</c:v>
                </c:pt>
                <c:pt idx="13">
                  <c:v>0.657</c:v>
                </c:pt>
                <c:pt idx="14">
                  <c:v>0.738</c:v>
                </c:pt>
                <c:pt idx="15">
                  <c:v>1.044</c:v>
                </c:pt>
                <c:pt idx="16">
                  <c:v>1.47</c:v>
                </c:pt>
                <c:pt idx="17">
                  <c:v>1.915</c:v>
                </c:pt>
                <c:pt idx="18">
                  <c:v>2.289</c:v>
                </c:pt>
                <c:pt idx="19">
                  <c:v>2.743</c:v>
                </c:pt>
                <c:pt idx="20">
                  <c:v>3.6</c:v>
                </c:pt>
                <c:pt idx="21">
                  <c:v>4.399</c:v>
                </c:pt>
                <c:pt idx="22">
                  <c:v>1.868</c:v>
                </c:pt>
                <c:pt idx="23">
                  <c:v>3.322</c:v>
                </c:pt>
                <c:pt idx="24">
                  <c:v>3.045</c:v>
                </c:pt>
                <c:pt idx="25">
                  <c:v>2.595</c:v>
                </c:pt>
                <c:pt idx="26">
                  <c:v>1.973</c:v>
                </c:pt>
                <c:pt idx="27">
                  <c:v>2.892</c:v>
                </c:pt>
                <c:pt idx="28">
                  <c:v>2.772</c:v>
                </c:pt>
                <c:pt idx="29">
                  <c:v>3.772</c:v>
                </c:pt>
                <c:pt idx="30">
                  <c:v>4.835</c:v>
                </c:pt>
                <c:pt idx="31">
                  <c:v>6.648</c:v>
                </c:pt>
                <c:pt idx="32">
                  <c:v>5.797</c:v>
                </c:pt>
                <c:pt idx="33">
                  <c:v>4.351</c:v>
                </c:pt>
                <c:pt idx="34">
                  <c:v>0.925</c:v>
                </c:pt>
                <c:pt idx="35">
                  <c:v>-3.21</c:v>
                </c:pt>
                <c:pt idx="36">
                  <c:v>-5.277</c:v>
                </c:pt>
                <c:pt idx="37">
                  <c:v>-3.846</c:v>
                </c:pt>
                <c:pt idx="38">
                  <c:v>-1.468</c:v>
                </c:pt>
                <c:pt idx="39">
                  <c:v>0.231</c:v>
                </c:pt>
                <c:pt idx="40">
                  <c:v>2.121</c:v>
                </c:pt>
                <c:pt idx="41">
                  <c:v>6.94</c:v>
                </c:pt>
                <c:pt idx="42">
                  <c:v>7.907</c:v>
                </c:pt>
                <c:pt idx="43">
                  <c:v>7.874</c:v>
                </c:pt>
                <c:pt idx="44">
                  <c:v>8.256</c:v>
                </c:pt>
                <c:pt idx="45">
                  <c:v>6.491</c:v>
                </c:pt>
                <c:pt idx="46">
                  <c:v>4.012</c:v>
                </c:pt>
                <c:pt idx="47">
                  <c:v>0.834</c:v>
                </c:pt>
                <c:pt idx="48">
                  <c:v>0.719</c:v>
                </c:pt>
                <c:pt idx="49">
                  <c:v>0.609</c:v>
                </c:pt>
                <c:pt idx="50">
                  <c:v>-3.578</c:v>
                </c:pt>
                <c:pt idx="51">
                  <c:v>-2.741</c:v>
                </c:pt>
                <c:pt idx="52">
                  <c:v>-1.1</c:v>
                </c:pt>
                <c:pt idx="53">
                  <c:v>1.011</c:v>
                </c:pt>
                <c:pt idx="54">
                  <c:v>3.504</c:v>
                </c:pt>
                <c:pt idx="55">
                  <c:v>8.783</c:v>
                </c:pt>
                <c:pt idx="56">
                  <c:v>8.017</c:v>
                </c:pt>
                <c:pt idx="57">
                  <c:v>8.06</c:v>
                </c:pt>
                <c:pt idx="58">
                  <c:v>8.496</c:v>
                </c:pt>
                <c:pt idx="59">
                  <c:v>7.534</c:v>
                </c:pt>
                <c:pt idx="60">
                  <c:v>4.787</c:v>
                </c:pt>
                <c:pt idx="61">
                  <c:v>1.379</c:v>
                </c:pt>
                <c:pt idx="62">
                  <c:v>1.164</c:v>
                </c:pt>
                <c:pt idx="63">
                  <c:v>2.619</c:v>
                </c:pt>
                <c:pt idx="64">
                  <c:v>-1.425</c:v>
                </c:pt>
                <c:pt idx="65">
                  <c:v>-1.588</c:v>
                </c:pt>
                <c:pt idx="66">
                  <c:v>-0.731</c:v>
                </c:pt>
                <c:pt idx="67">
                  <c:v>0.398</c:v>
                </c:pt>
                <c:pt idx="68">
                  <c:v>2.078</c:v>
                </c:pt>
                <c:pt idx="69">
                  <c:v>8.601</c:v>
                </c:pt>
                <c:pt idx="70">
                  <c:v>8.984</c:v>
                </c:pt>
                <c:pt idx="71">
                  <c:v>8.285</c:v>
                </c:pt>
                <c:pt idx="72">
                  <c:v>8.194</c:v>
                </c:pt>
                <c:pt idx="73">
                  <c:v>7.539</c:v>
                </c:pt>
                <c:pt idx="74">
                  <c:v>5.811</c:v>
                </c:pt>
                <c:pt idx="75">
                  <c:v>3.461</c:v>
                </c:pt>
                <c:pt idx="76">
                  <c:v>2.289</c:v>
                </c:pt>
                <c:pt idx="77">
                  <c:v>5.356</c:v>
                </c:pt>
                <c:pt idx="78">
                  <c:v>3.72</c:v>
                </c:pt>
                <c:pt idx="79">
                  <c:v>-1.458</c:v>
                </c:pt>
                <c:pt idx="80">
                  <c:v>0.044</c:v>
                </c:pt>
                <c:pt idx="81">
                  <c:v>2.887</c:v>
                </c:pt>
                <c:pt idx="82">
                  <c:v>3.921</c:v>
                </c:pt>
                <c:pt idx="83">
                  <c:v>6.452</c:v>
                </c:pt>
                <c:pt idx="84">
                  <c:v>9.558</c:v>
                </c:pt>
                <c:pt idx="85">
                  <c:v>8.874</c:v>
                </c:pt>
                <c:pt idx="86">
                  <c:v>6.749</c:v>
                </c:pt>
                <c:pt idx="87">
                  <c:v>5.667</c:v>
                </c:pt>
                <c:pt idx="88">
                  <c:v>3.48</c:v>
                </c:pt>
                <c:pt idx="89">
                  <c:v>2.609</c:v>
                </c:pt>
                <c:pt idx="90">
                  <c:v>5.409</c:v>
                </c:pt>
                <c:pt idx="91">
                  <c:v>9.544</c:v>
                </c:pt>
                <c:pt idx="92">
                  <c:v>7.223</c:v>
                </c:pt>
                <c:pt idx="93">
                  <c:v>3.576</c:v>
                </c:pt>
                <c:pt idx="94">
                  <c:v>2.15</c:v>
                </c:pt>
                <c:pt idx="95">
                  <c:v>0.614</c:v>
                </c:pt>
                <c:pt idx="96">
                  <c:v>1.351</c:v>
                </c:pt>
                <c:pt idx="97">
                  <c:v>3.169</c:v>
                </c:pt>
                <c:pt idx="98">
                  <c:v>5.696</c:v>
                </c:pt>
                <c:pt idx="99">
                  <c:v>5.744</c:v>
                </c:pt>
                <c:pt idx="100">
                  <c:v>5.285</c:v>
                </c:pt>
                <c:pt idx="101">
                  <c:v>5.38</c:v>
                </c:pt>
                <c:pt idx="102">
                  <c:v>4.504</c:v>
                </c:pt>
                <c:pt idx="103">
                  <c:v>4.236</c:v>
                </c:pt>
                <c:pt idx="104">
                  <c:v>4.045</c:v>
                </c:pt>
                <c:pt idx="105">
                  <c:v>4.198</c:v>
                </c:pt>
                <c:pt idx="106">
                  <c:v>5.084</c:v>
                </c:pt>
                <c:pt idx="107">
                  <c:v>5.04</c:v>
                </c:pt>
                <c:pt idx="108">
                  <c:v>4.868</c:v>
                </c:pt>
                <c:pt idx="109">
                  <c:v>4.102</c:v>
                </c:pt>
                <c:pt idx="110">
                  <c:v>3.26</c:v>
                </c:pt>
                <c:pt idx="111">
                  <c:v>1.944</c:v>
                </c:pt>
                <c:pt idx="112">
                  <c:v>0.336</c:v>
                </c:pt>
                <c:pt idx="113">
                  <c:v>-1.305</c:v>
                </c:pt>
                <c:pt idx="114">
                  <c:v>-0.894</c:v>
                </c:pt>
                <c:pt idx="115">
                  <c:v>0.446</c:v>
                </c:pt>
                <c:pt idx="116">
                  <c:v>0.963</c:v>
                </c:pt>
                <c:pt idx="117">
                  <c:v>1.26</c:v>
                </c:pt>
                <c:pt idx="118">
                  <c:v>2.657</c:v>
                </c:pt>
                <c:pt idx="119">
                  <c:v>3.557</c:v>
                </c:pt>
                <c:pt idx="120">
                  <c:v>1.93</c:v>
                </c:pt>
                <c:pt idx="121">
                  <c:v>1.93</c:v>
                </c:pt>
                <c:pt idx="122">
                  <c:v>2.964</c:v>
                </c:pt>
                <c:pt idx="123">
                  <c:v>2.719</c:v>
                </c:pt>
                <c:pt idx="124">
                  <c:v>2.609</c:v>
                </c:pt>
                <c:pt idx="125">
                  <c:v>2.605</c:v>
                </c:pt>
                <c:pt idx="126">
                  <c:v>2.112</c:v>
                </c:pt>
                <c:pt idx="127">
                  <c:v>1.676</c:v>
                </c:pt>
                <c:pt idx="128">
                  <c:v>2.327</c:v>
                </c:pt>
                <c:pt idx="129">
                  <c:v>2.844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Z</c:v>
                </c:pt>
              </c:strCache>
            </c:strRef>
          </c:tx>
          <c:spPr>
            <a:solidFill>
              <a:srgbClr val="1E88E5"/>
            </a:solidFill>
            <a:ln w="12600">
              <a:solidFill>
                <a:srgbClr val="1E88E5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30"/>
                <c:pt idx="0">
                  <c:v>-1.58</c:v>
                </c:pt>
                <c:pt idx="1">
                  <c:v>-1.54</c:v>
                </c:pt>
                <c:pt idx="2">
                  <c:v>-1.5</c:v>
                </c:pt>
                <c:pt idx="3">
                  <c:v>-1.46</c:v>
                </c:pt>
                <c:pt idx="4">
                  <c:v>-1.42</c:v>
                </c:pt>
                <c:pt idx="5">
                  <c:v>-1.38</c:v>
                </c:pt>
                <c:pt idx="6">
                  <c:v>-1.34</c:v>
                </c:pt>
                <c:pt idx="7">
                  <c:v>-1.3</c:v>
                </c:pt>
                <c:pt idx="8">
                  <c:v>-1.26</c:v>
                </c:pt>
                <c:pt idx="9">
                  <c:v>-1.22</c:v>
                </c:pt>
                <c:pt idx="10">
                  <c:v>-1.19</c:v>
                </c:pt>
                <c:pt idx="11">
                  <c:v>-1.14</c:v>
                </c:pt>
                <c:pt idx="12">
                  <c:v>-1.1</c:v>
                </c:pt>
                <c:pt idx="13">
                  <c:v>-1.06</c:v>
                </c:pt>
                <c:pt idx="14">
                  <c:v>-1.02</c:v>
                </c:pt>
                <c:pt idx="15">
                  <c:v>-0.98</c:v>
                </c:pt>
                <c:pt idx="16">
                  <c:v>-0.94</c:v>
                </c:pt>
                <c:pt idx="17">
                  <c:v>-0.9</c:v>
                </c:pt>
                <c:pt idx="18">
                  <c:v>-0.86</c:v>
                </c:pt>
                <c:pt idx="19">
                  <c:v>-0.82</c:v>
                </c:pt>
                <c:pt idx="20">
                  <c:v>-0.79</c:v>
                </c:pt>
                <c:pt idx="21">
                  <c:v>-0.74</c:v>
                </c:pt>
                <c:pt idx="22">
                  <c:v>-0.7</c:v>
                </c:pt>
                <c:pt idx="23">
                  <c:v>-0.67</c:v>
                </c:pt>
                <c:pt idx="24">
                  <c:v>-0.62</c:v>
                </c:pt>
                <c:pt idx="25">
                  <c:v>-0.58</c:v>
                </c:pt>
                <c:pt idx="26">
                  <c:v>-0.55</c:v>
                </c:pt>
                <c:pt idx="27">
                  <c:v>-0.5</c:v>
                </c:pt>
                <c:pt idx="28">
                  <c:v>-0.46</c:v>
                </c:pt>
                <c:pt idx="29">
                  <c:v>-0.42</c:v>
                </c:pt>
                <c:pt idx="30">
                  <c:v>-0.38</c:v>
                </c:pt>
                <c:pt idx="31">
                  <c:v>-0.34</c:v>
                </c:pt>
                <c:pt idx="32">
                  <c:v>-0.3</c:v>
                </c:pt>
                <c:pt idx="33">
                  <c:v>-0.26</c:v>
                </c:pt>
                <c:pt idx="34">
                  <c:v>-0.22</c:v>
                </c:pt>
                <c:pt idx="35">
                  <c:v>-0.18</c:v>
                </c:pt>
                <c:pt idx="36">
                  <c:v>-0.14</c:v>
                </c:pt>
                <c:pt idx="37">
                  <c:v>-0.1</c:v>
                </c:pt>
                <c:pt idx="38">
                  <c:v>-0.06</c:v>
                </c:pt>
                <c:pt idx="39">
                  <c:v>-0.03</c:v>
                </c:pt>
                <c:pt idx="40">
                  <c:v>0.02</c:v>
                </c:pt>
                <c:pt idx="41">
                  <c:v>0.06</c:v>
                </c:pt>
                <c:pt idx="42">
                  <c:v>0.1</c:v>
                </c:pt>
                <c:pt idx="43">
                  <c:v>0.14</c:v>
                </c:pt>
                <c:pt idx="44">
                  <c:v>0.18</c:v>
                </c:pt>
                <c:pt idx="45">
                  <c:v>0.22</c:v>
                </c:pt>
                <c:pt idx="46">
                  <c:v>0.26</c:v>
                </c:pt>
                <c:pt idx="47">
                  <c:v>0.3</c:v>
                </c:pt>
                <c:pt idx="48">
                  <c:v>0.34</c:v>
                </c:pt>
                <c:pt idx="49">
                  <c:v>0.38</c:v>
                </c:pt>
                <c:pt idx="50">
                  <c:v>0.42</c:v>
                </c:pt>
                <c:pt idx="51">
                  <c:v>0.46</c:v>
                </c:pt>
                <c:pt idx="52">
                  <c:v>0.49</c:v>
                </c:pt>
                <c:pt idx="53">
                  <c:v>0.54</c:v>
                </c:pt>
                <c:pt idx="54">
                  <c:v>0.58</c:v>
                </c:pt>
                <c:pt idx="55">
                  <c:v>0.61</c:v>
                </c:pt>
                <c:pt idx="56">
                  <c:v>0.66</c:v>
                </c:pt>
                <c:pt idx="57">
                  <c:v>0.7</c:v>
                </c:pt>
                <c:pt idx="58">
                  <c:v>0.74</c:v>
                </c:pt>
                <c:pt idx="59">
                  <c:v>0.78</c:v>
                </c:pt>
                <c:pt idx="60">
                  <c:v>0.82</c:v>
                </c:pt>
                <c:pt idx="61">
                  <c:v>0.86</c:v>
                </c:pt>
                <c:pt idx="62">
                  <c:v>0.9</c:v>
                </c:pt>
                <c:pt idx="63">
                  <c:v>0.94</c:v>
                </c:pt>
                <c:pt idx="64">
                  <c:v>0.98</c:v>
                </c:pt>
                <c:pt idx="65">
                  <c:v>1.01</c:v>
                </c:pt>
                <c:pt idx="66">
                  <c:v>1.06</c:v>
                </c:pt>
                <c:pt idx="67">
                  <c:v>1.1</c:v>
                </c:pt>
                <c:pt idx="68">
                  <c:v>1.13</c:v>
                </c:pt>
                <c:pt idx="69">
                  <c:v>1.18</c:v>
                </c:pt>
                <c:pt idx="70">
                  <c:v>1.22</c:v>
                </c:pt>
                <c:pt idx="71">
                  <c:v>1.26</c:v>
                </c:pt>
                <c:pt idx="72">
                  <c:v>1.3</c:v>
                </c:pt>
                <c:pt idx="73">
                  <c:v>1.34</c:v>
                </c:pt>
                <c:pt idx="74">
                  <c:v>1.38</c:v>
                </c:pt>
                <c:pt idx="75">
                  <c:v>1.42</c:v>
                </c:pt>
                <c:pt idx="76">
                  <c:v>1.46</c:v>
                </c:pt>
                <c:pt idx="77">
                  <c:v>1.5</c:v>
                </c:pt>
                <c:pt idx="78">
                  <c:v>1.53</c:v>
                </c:pt>
                <c:pt idx="79">
                  <c:v>1.58</c:v>
                </c:pt>
                <c:pt idx="80">
                  <c:v>1.62</c:v>
                </c:pt>
                <c:pt idx="81">
                  <c:v>1.66</c:v>
                </c:pt>
                <c:pt idx="82">
                  <c:v>1.7</c:v>
                </c:pt>
                <c:pt idx="83">
                  <c:v>1.74</c:v>
                </c:pt>
                <c:pt idx="84">
                  <c:v>1.77</c:v>
                </c:pt>
                <c:pt idx="85">
                  <c:v>1.82</c:v>
                </c:pt>
                <c:pt idx="86">
                  <c:v>1.86</c:v>
                </c:pt>
                <c:pt idx="87">
                  <c:v>1.9</c:v>
                </c:pt>
                <c:pt idx="88">
                  <c:v>1.94</c:v>
                </c:pt>
                <c:pt idx="89">
                  <c:v>1.98</c:v>
                </c:pt>
                <c:pt idx="90">
                  <c:v>2.02</c:v>
                </c:pt>
                <c:pt idx="91">
                  <c:v>2.06</c:v>
                </c:pt>
                <c:pt idx="92">
                  <c:v>2.1</c:v>
                </c:pt>
                <c:pt idx="93">
                  <c:v>2.14</c:v>
                </c:pt>
                <c:pt idx="94">
                  <c:v>2.17</c:v>
                </c:pt>
                <c:pt idx="95">
                  <c:v>2.22</c:v>
                </c:pt>
                <c:pt idx="96">
                  <c:v>2.26</c:v>
                </c:pt>
                <c:pt idx="97">
                  <c:v>2.29</c:v>
                </c:pt>
                <c:pt idx="98">
                  <c:v>2.34</c:v>
                </c:pt>
                <c:pt idx="99">
                  <c:v>2.38</c:v>
                </c:pt>
                <c:pt idx="100">
                  <c:v>2.42</c:v>
                </c:pt>
                <c:pt idx="101">
                  <c:v>2.46</c:v>
                </c:pt>
                <c:pt idx="102">
                  <c:v>2.5</c:v>
                </c:pt>
                <c:pt idx="103">
                  <c:v>2.54</c:v>
                </c:pt>
                <c:pt idx="104">
                  <c:v>2.58</c:v>
                </c:pt>
                <c:pt idx="105">
                  <c:v>2.62</c:v>
                </c:pt>
                <c:pt idx="106">
                  <c:v>2.66</c:v>
                </c:pt>
                <c:pt idx="107">
                  <c:v>2.69</c:v>
                </c:pt>
                <c:pt idx="108">
                  <c:v>2.74</c:v>
                </c:pt>
                <c:pt idx="109">
                  <c:v>2.78</c:v>
                </c:pt>
                <c:pt idx="110">
                  <c:v>2.81</c:v>
                </c:pt>
                <c:pt idx="111">
                  <c:v>2.86</c:v>
                </c:pt>
                <c:pt idx="112">
                  <c:v>2.9</c:v>
                </c:pt>
                <c:pt idx="113">
                  <c:v>2.93</c:v>
                </c:pt>
                <c:pt idx="114">
                  <c:v>2.98</c:v>
                </c:pt>
                <c:pt idx="115">
                  <c:v>3.02</c:v>
                </c:pt>
                <c:pt idx="116">
                  <c:v>3.06</c:v>
                </c:pt>
                <c:pt idx="117">
                  <c:v>3.1</c:v>
                </c:pt>
                <c:pt idx="118">
                  <c:v>3.14</c:v>
                </c:pt>
                <c:pt idx="119">
                  <c:v>3.18</c:v>
                </c:pt>
                <c:pt idx="120">
                  <c:v>3.22</c:v>
                </c:pt>
                <c:pt idx="121">
                  <c:v>3.26</c:v>
                </c:pt>
                <c:pt idx="122">
                  <c:v>3.3</c:v>
                </c:pt>
                <c:pt idx="123">
                  <c:v>3.33</c:v>
                </c:pt>
                <c:pt idx="124">
                  <c:v>3.38</c:v>
                </c:pt>
                <c:pt idx="125">
                  <c:v>3.42</c:v>
                </c:pt>
                <c:pt idx="126">
                  <c:v>3.45</c:v>
                </c:pt>
                <c:pt idx="127">
                  <c:v>3.5</c:v>
                </c:pt>
                <c:pt idx="128">
                  <c:v>3.54</c:v>
                </c:pt>
                <c:pt idx="129">
                  <c:v>3.58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30"/>
                <c:pt idx="0">
                  <c:v>13.256</c:v>
                </c:pt>
                <c:pt idx="1">
                  <c:v>13.768</c:v>
                </c:pt>
                <c:pt idx="2">
                  <c:v>12.519</c:v>
                </c:pt>
                <c:pt idx="3">
                  <c:v>9.71</c:v>
                </c:pt>
                <c:pt idx="4">
                  <c:v>6.441</c:v>
                </c:pt>
                <c:pt idx="5">
                  <c:v>7.638</c:v>
                </c:pt>
                <c:pt idx="6">
                  <c:v>8.691</c:v>
                </c:pt>
                <c:pt idx="7">
                  <c:v>9.193</c:v>
                </c:pt>
                <c:pt idx="8">
                  <c:v>12.677</c:v>
                </c:pt>
                <c:pt idx="9">
                  <c:v>9.232</c:v>
                </c:pt>
                <c:pt idx="10">
                  <c:v>9.069</c:v>
                </c:pt>
                <c:pt idx="11">
                  <c:v>12.409</c:v>
                </c:pt>
                <c:pt idx="12">
                  <c:v>11.691</c:v>
                </c:pt>
                <c:pt idx="13">
                  <c:v>11.103</c:v>
                </c:pt>
                <c:pt idx="14">
                  <c:v>7.863</c:v>
                </c:pt>
                <c:pt idx="15">
                  <c:v>7.303</c:v>
                </c:pt>
                <c:pt idx="16">
                  <c:v>6.638</c:v>
                </c:pt>
                <c:pt idx="17">
                  <c:v>5.934</c:v>
                </c:pt>
                <c:pt idx="18">
                  <c:v>5.513</c:v>
                </c:pt>
                <c:pt idx="19">
                  <c:v>6.599</c:v>
                </c:pt>
                <c:pt idx="20">
                  <c:v>6.676</c:v>
                </c:pt>
                <c:pt idx="21">
                  <c:v>4.901</c:v>
                </c:pt>
                <c:pt idx="22">
                  <c:v>9.858</c:v>
                </c:pt>
                <c:pt idx="23">
                  <c:v>7.231</c:v>
                </c:pt>
                <c:pt idx="24">
                  <c:v>4.369</c:v>
                </c:pt>
                <c:pt idx="25">
                  <c:v>6.906</c:v>
                </c:pt>
                <c:pt idx="26">
                  <c:v>5.13</c:v>
                </c:pt>
                <c:pt idx="27">
                  <c:v>1.795</c:v>
                </c:pt>
                <c:pt idx="28">
                  <c:v>7.518</c:v>
                </c:pt>
                <c:pt idx="29">
                  <c:v>11.404</c:v>
                </c:pt>
                <c:pt idx="30">
                  <c:v>8.466</c:v>
                </c:pt>
                <c:pt idx="31">
                  <c:v>9.801</c:v>
                </c:pt>
                <c:pt idx="32">
                  <c:v>13.194</c:v>
                </c:pt>
                <c:pt idx="33">
                  <c:v>7.758</c:v>
                </c:pt>
                <c:pt idx="34">
                  <c:v>5.618</c:v>
                </c:pt>
                <c:pt idx="35">
                  <c:v>4.455</c:v>
                </c:pt>
                <c:pt idx="36">
                  <c:v>6.494</c:v>
                </c:pt>
                <c:pt idx="37">
                  <c:v>4.556</c:v>
                </c:pt>
                <c:pt idx="38">
                  <c:v>5.298</c:v>
                </c:pt>
                <c:pt idx="39">
                  <c:v>6.126</c:v>
                </c:pt>
                <c:pt idx="40">
                  <c:v>2.469</c:v>
                </c:pt>
                <c:pt idx="41">
                  <c:v>-0.287</c:v>
                </c:pt>
                <c:pt idx="42">
                  <c:v>14.266</c:v>
                </c:pt>
                <c:pt idx="43">
                  <c:v>16.52</c:v>
                </c:pt>
                <c:pt idx="44">
                  <c:v>7.537</c:v>
                </c:pt>
                <c:pt idx="45">
                  <c:v>10.514</c:v>
                </c:pt>
                <c:pt idx="46">
                  <c:v>8.786</c:v>
                </c:pt>
                <c:pt idx="47">
                  <c:v>3.795</c:v>
                </c:pt>
                <c:pt idx="48">
                  <c:v>-2.69</c:v>
                </c:pt>
                <c:pt idx="49">
                  <c:v>2.484</c:v>
                </c:pt>
                <c:pt idx="50">
                  <c:v>7.284</c:v>
                </c:pt>
                <c:pt idx="51">
                  <c:v>7.04</c:v>
                </c:pt>
                <c:pt idx="52">
                  <c:v>7.858</c:v>
                </c:pt>
                <c:pt idx="53">
                  <c:v>5.011</c:v>
                </c:pt>
                <c:pt idx="54">
                  <c:v>-0.072</c:v>
                </c:pt>
                <c:pt idx="55">
                  <c:v>1.723</c:v>
                </c:pt>
                <c:pt idx="56">
                  <c:v>12.524</c:v>
                </c:pt>
                <c:pt idx="57">
                  <c:v>10.595</c:v>
                </c:pt>
                <c:pt idx="58">
                  <c:v>8.748</c:v>
                </c:pt>
                <c:pt idx="59">
                  <c:v>10.213</c:v>
                </c:pt>
                <c:pt idx="60">
                  <c:v>8.346</c:v>
                </c:pt>
                <c:pt idx="61">
                  <c:v>4.532</c:v>
                </c:pt>
                <c:pt idx="62">
                  <c:v>-0.129</c:v>
                </c:pt>
                <c:pt idx="63">
                  <c:v>3.881</c:v>
                </c:pt>
                <c:pt idx="64">
                  <c:v>5.326</c:v>
                </c:pt>
                <c:pt idx="65">
                  <c:v>7.868</c:v>
                </c:pt>
                <c:pt idx="66">
                  <c:v>10.193</c:v>
                </c:pt>
                <c:pt idx="67">
                  <c:v>4.006</c:v>
                </c:pt>
                <c:pt idx="68">
                  <c:v>-2.69</c:v>
                </c:pt>
                <c:pt idx="69">
                  <c:v>-1.852</c:v>
                </c:pt>
                <c:pt idx="70">
                  <c:v>7.293</c:v>
                </c:pt>
                <c:pt idx="71">
                  <c:v>9.772</c:v>
                </c:pt>
                <c:pt idx="72">
                  <c:v>8.82</c:v>
                </c:pt>
                <c:pt idx="73">
                  <c:v>12.223</c:v>
                </c:pt>
                <c:pt idx="74">
                  <c:v>6.537</c:v>
                </c:pt>
                <c:pt idx="75">
                  <c:v>4.633</c:v>
                </c:pt>
                <c:pt idx="76">
                  <c:v>3.316</c:v>
                </c:pt>
                <c:pt idx="77">
                  <c:v>-1.981</c:v>
                </c:pt>
                <c:pt idx="78">
                  <c:v>2.632</c:v>
                </c:pt>
                <c:pt idx="79">
                  <c:v>5.714</c:v>
                </c:pt>
                <c:pt idx="80">
                  <c:v>7.336</c:v>
                </c:pt>
                <c:pt idx="81">
                  <c:v>4.522</c:v>
                </c:pt>
                <c:pt idx="82">
                  <c:v>1.297</c:v>
                </c:pt>
                <c:pt idx="83">
                  <c:v>2.747</c:v>
                </c:pt>
                <c:pt idx="84">
                  <c:v>8.987</c:v>
                </c:pt>
                <c:pt idx="85">
                  <c:v>12.524</c:v>
                </c:pt>
                <c:pt idx="86">
                  <c:v>8.763</c:v>
                </c:pt>
                <c:pt idx="87">
                  <c:v>10.911</c:v>
                </c:pt>
                <c:pt idx="88">
                  <c:v>3.584</c:v>
                </c:pt>
                <c:pt idx="89">
                  <c:v>0.033</c:v>
                </c:pt>
                <c:pt idx="90">
                  <c:v>-0.373</c:v>
                </c:pt>
                <c:pt idx="91">
                  <c:v>2.388</c:v>
                </c:pt>
                <c:pt idx="92">
                  <c:v>16.453</c:v>
                </c:pt>
                <c:pt idx="93">
                  <c:v>5.207</c:v>
                </c:pt>
                <c:pt idx="94">
                  <c:v>3.848</c:v>
                </c:pt>
                <c:pt idx="95">
                  <c:v>7.839</c:v>
                </c:pt>
                <c:pt idx="96">
                  <c:v>0.12</c:v>
                </c:pt>
                <c:pt idx="97">
                  <c:v>-2.579</c:v>
                </c:pt>
                <c:pt idx="98">
                  <c:v>7.145</c:v>
                </c:pt>
                <c:pt idx="99">
                  <c:v>12.945</c:v>
                </c:pt>
                <c:pt idx="100">
                  <c:v>5.982</c:v>
                </c:pt>
                <c:pt idx="101">
                  <c:v>3.498</c:v>
                </c:pt>
                <c:pt idx="102">
                  <c:v>3.656</c:v>
                </c:pt>
                <c:pt idx="103">
                  <c:v>2.134</c:v>
                </c:pt>
                <c:pt idx="104">
                  <c:v>4.953</c:v>
                </c:pt>
                <c:pt idx="105">
                  <c:v>6.016</c:v>
                </c:pt>
                <c:pt idx="106">
                  <c:v>5.604</c:v>
                </c:pt>
                <c:pt idx="107">
                  <c:v>5.523</c:v>
                </c:pt>
                <c:pt idx="108">
                  <c:v>5.465</c:v>
                </c:pt>
                <c:pt idx="109">
                  <c:v>8.231</c:v>
                </c:pt>
                <c:pt idx="110">
                  <c:v>11.438</c:v>
                </c:pt>
                <c:pt idx="111">
                  <c:v>12.687</c:v>
                </c:pt>
                <c:pt idx="112">
                  <c:v>13.61</c:v>
                </c:pt>
                <c:pt idx="113">
                  <c:v>13.161</c:v>
                </c:pt>
                <c:pt idx="114">
                  <c:v>4.738</c:v>
                </c:pt>
                <c:pt idx="115">
                  <c:v>-1.153</c:v>
                </c:pt>
                <c:pt idx="116">
                  <c:v>2.402</c:v>
                </c:pt>
                <c:pt idx="117">
                  <c:v>3.594</c:v>
                </c:pt>
                <c:pt idx="118">
                  <c:v>6.054</c:v>
                </c:pt>
                <c:pt idx="119">
                  <c:v>6.379</c:v>
                </c:pt>
                <c:pt idx="120">
                  <c:v>12.83</c:v>
                </c:pt>
                <c:pt idx="121">
                  <c:v>10.313</c:v>
                </c:pt>
                <c:pt idx="122">
                  <c:v>6.011</c:v>
                </c:pt>
                <c:pt idx="123">
                  <c:v>7.121</c:v>
                </c:pt>
                <c:pt idx="124">
                  <c:v>6.011</c:v>
                </c:pt>
                <c:pt idx="125">
                  <c:v>7.226</c:v>
                </c:pt>
                <c:pt idx="126">
                  <c:v>8.203</c:v>
                </c:pt>
                <c:pt idx="127">
                  <c:v>7.892</c:v>
                </c:pt>
                <c:pt idx="128">
                  <c:v>7.652</c:v>
                </c:pt>
                <c:pt idx="129">
                  <c:v>8.518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0"/>
        <c:axId val="54957553"/>
        <c:axId val="15391839"/>
      </c:lineChart>
      <c:catAx>
        <c:axId val="5495755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C9CFD9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15391839"/>
        <c:auto val="1"/>
        <c:lblAlgn val="ctr"/>
        <c:lblOffset val="100"/>
        <c:noMultiLvlLbl val="0"/>
      </c:catAx>
      <c:valAx>
        <c:axId val="15391839"/>
        <c:scaling>
          <c:orientation val="minMax"/>
          <c:max val="30"/>
          <c:min val="-10"/>
        </c:scaling>
        <c:delete val="0"/>
        <c:axPos val="l"/>
        <c:majorGridlines>
          <c:spPr>
            <a:ln w="6480">
              <a:solidFill>
                <a:srgbClr val="E3E7EE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sz="90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54957553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numFmt formatCode="0%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В руке</c:v>
                </c:pt>
                <c:pt idx="1">
                  <c:v>В кармане</c:v>
                </c:pt>
                <c:pt idx="2">
                  <c:v>На столе</c:v>
                </c:pt>
                <c:pt idx="3">
                  <c:v>У уха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0.9779</c:v>
                </c:pt>
                <c:pt idx="1">
                  <c:v>0.0081</c:v>
                </c:pt>
                <c:pt idx="2">
                  <c:v>0.0075</c:v>
                </c:pt>
                <c:pt idx="3">
                  <c:v>0.0065</c:v>
                </c:pt>
              </c:numCache>
            </c:numRef>
          </c:val>
        </c:ser>
        <c:gapWidth val="40"/>
        <c:overlap val="0"/>
        <c:axId val="17551946"/>
        <c:axId val="3580072"/>
      </c:barChart>
      <c:catAx>
        <c:axId val="17551946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C9CFD9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3580072"/>
        <c:crosses val="autoZero"/>
        <c:auto val="1"/>
        <c:lblAlgn val="ctr"/>
        <c:lblOffset val="100"/>
        <c:noMultiLvlLbl val="0"/>
      </c:catAx>
      <c:valAx>
        <c:axId val="3580072"/>
        <c:scaling>
          <c:orientation val="minMax"/>
          <c:max val="1.3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12600">
            <a:noFill/>
          </a:ln>
        </c:spPr>
        <c:txPr>
          <a:bodyPr/>
          <a:lstStyle/>
          <a:p>
            <a:pPr>
              <a:defRPr sz="100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17551946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</c:v>
                </c:pt>
              </c:strCache>
            </c:strRef>
          </c:tx>
          <c:spPr>
            <a:solidFill>
              <a:srgbClr val="8C9AE8"/>
            </a:solidFill>
            <a:ln w="0">
              <a:noFill/>
            </a:ln>
          </c:spPr>
          <c:invertIfNegative val="0"/>
          <c:dLbls>
            <c:numFmt formatCode="0%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Лестница вниз</c:v>
                </c:pt>
                <c:pt idx="1">
                  <c:v>Бег</c:v>
                </c:pt>
                <c:pt idx="2">
                  <c:v>Велосипед</c:v>
                </c:pt>
                <c:pt idx="3">
                  <c:v>Покой</c:v>
                </c:pt>
                <c:pt idx="4">
                  <c:v>Лестница вверх</c:v>
                </c:pt>
                <c:pt idx="5">
                  <c:v>Ходьба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0.9783</c:v>
                </c:pt>
                <c:pt idx="1">
                  <c:v>0.0054</c:v>
                </c:pt>
                <c:pt idx="2">
                  <c:v>0.005</c:v>
                </c:pt>
                <c:pt idx="3">
                  <c:v>0.0047</c:v>
                </c:pt>
                <c:pt idx="4">
                  <c:v>0.0038</c:v>
                </c:pt>
                <c:pt idx="5">
                  <c:v>0.0029</c:v>
                </c:pt>
              </c:numCache>
            </c:numRef>
          </c:val>
        </c:ser>
        <c:gapWidth val="40"/>
        <c:overlap val="0"/>
        <c:axId val="97111690"/>
        <c:axId val="15825990"/>
      </c:barChart>
      <c:catAx>
        <c:axId val="97111690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C9CFD9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15825990"/>
        <c:crosses val="autoZero"/>
        <c:auto val="1"/>
        <c:lblAlgn val="ctr"/>
        <c:lblOffset val="100"/>
        <c:noMultiLvlLbl val="0"/>
      </c:catAx>
      <c:valAx>
        <c:axId val="15825990"/>
        <c:scaling>
          <c:orientation val="minMax"/>
          <c:max val="1.3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12600">
            <a:noFill/>
          </a:ln>
        </c:spPr>
        <c:txPr>
          <a:bodyPr/>
          <a:lstStyle/>
          <a:p>
            <a:pPr>
              <a:defRPr sz="100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97111690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Окон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Покой</c:v>
                </c:pt>
                <c:pt idx="1">
                  <c:v>Ходьба</c:v>
                </c:pt>
                <c:pt idx="2">
                  <c:v>Бег</c:v>
                </c:pt>
                <c:pt idx="3">
                  <c:v>Подъём</c:v>
                </c:pt>
                <c:pt idx="4">
                  <c:v>Спуск</c:v>
                </c:pt>
                <c:pt idx="5">
                  <c:v>Велосипед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54230</c:v>
                </c:pt>
                <c:pt idx="1">
                  <c:v>33820</c:v>
                </c:pt>
                <c:pt idx="2">
                  <c:v>31324</c:v>
                </c:pt>
                <c:pt idx="3">
                  <c:v>28776</c:v>
                </c:pt>
                <c:pt idx="4">
                  <c:v>28179</c:v>
                </c:pt>
                <c:pt idx="5">
                  <c:v>9110</c:v>
                </c:pt>
              </c:numCache>
            </c:numRef>
          </c:val>
        </c:ser>
        <c:gapWidth val="40"/>
        <c:overlap val="0"/>
        <c:axId val="71289263"/>
        <c:axId val="60915913"/>
      </c:barChart>
      <c:catAx>
        <c:axId val="71289263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C9CFD9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60915913"/>
        <c:crosses val="autoZero"/>
        <c:auto val="1"/>
        <c:lblAlgn val="ctr"/>
        <c:lblOffset val="100"/>
        <c:noMultiLvlLbl val="0"/>
      </c:catAx>
      <c:valAx>
        <c:axId val="60915913"/>
        <c:scaling>
          <c:orientation val="minMax"/>
          <c:max val="7200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12600">
            <a:noFill/>
          </a:ln>
        </c:spPr>
        <c:txPr>
          <a:bodyPr/>
          <a:lstStyle/>
          <a:p>
            <a:pPr>
              <a:defRPr sz="100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7128926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</c:v>
                </c:pt>
                <c:pt idx="1">
                  <c:v>0.03712</c:v>
                </c:pt>
                <c:pt idx="2">
                  <c:v>0.01011</c:v>
                </c:pt>
                <c:pt idx="3">
                  <c:v>0.00394</c:v>
                </c:pt>
                <c:pt idx="4">
                  <c:v>0.00232</c:v>
                </c:pt>
                <c:pt idx="5">
                  <c:v>0.0016</c:v>
                </c:pt>
                <c:pt idx="6">
                  <c:v>0.00128</c:v>
                </c:pt>
                <c:pt idx="7">
                  <c:v>0.00068</c:v>
                </c:pt>
                <c:pt idx="8">
                  <c:v>0.00044</c:v>
                </c:pt>
                <c:pt idx="9">
                  <c:v>0.00031</c:v>
                </c:pt>
                <c:pt idx="10">
                  <c:v>0.00031</c:v>
                </c:pt>
                <c:pt idx="11">
                  <c:v>0.00014</c:v>
                </c:pt>
                <c:pt idx="12">
                  <c:v>0.00015</c:v>
                </c:pt>
                <c:pt idx="13">
                  <c:v>8E-005</c:v>
                </c:pt>
                <c:pt idx="14">
                  <c:v>4E-005</c:v>
                </c:pt>
                <c:pt idx="15">
                  <c:v>4E-005</c:v>
                </c:pt>
                <c:pt idx="16">
                  <c:v>2E-005</c:v>
                </c:pt>
                <c:pt idx="17">
                  <c:v>2E-005</c:v>
                </c:pt>
                <c:pt idx="18">
                  <c:v>4E-005</c:v>
                </c:pt>
                <c:pt idx="19">
                  <c:v>4E-005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E9A23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0.90803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5748408"/>
        <c:axId val="22610597"/>
      </c:barChart>
      <c:catAx>
        <c:axId val="5748408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2610597"/>
        <c:auto val="1"/>
        <c:lblAlgn val="ctr"/>
        <c:lblOffset val="100"/>
        <c:noMultiLvlLbl val="0"/>
      </c:catAx>
      <c:valAx>
        <c:axId val="22610597"/>
        <c:scaling>
          <c:orientation val="minMax"/>
          <c:max val="0.980672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748408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0.00827</c:v>
                </c:pt>
                <c:pt idx="1">
                  <c:v>0.00132</c:v>
                </c:pt>
                <c:pt idx="2">
                  <c:v>0.00084</c:v>
                </c:pt>
                <c:pt idx="3">
                  <c:v>0.00114</c:v>
                </c:pt>
                <c:pt idx="4">
                  <c:v>0.00454</c:v>
                </c:pt>
                <c:pt idx="5">
                  <c:v>0.01392</c:v>
                </c:pt>
                <c:pt idx="6">
                  <c:v>0.05183</c:v>
                </c:pt>
                <c:pt idx="7">
                  <c:v>0.09119</c:v>
                </c:pt>
                <c:pt idx="8">
                  <c:v>0.11551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0.04281</c:v>
                </c:pt>
                <c:pt idx="18">
                  <c:v>0.03707</c:v>
                </c:pt>
                <c:pt idx="19">
                  <c:v>0.03193</c:v>
                </c:pt>
                <c:pt idx="20">
                  <c:v>0.02547</c:v>
                </c:pt>
                <c:pt idx="21">
                  <c:v>0.02147</c:v>
                </c:pt>
                <c:pt idx="22">
                  <c:v>0.01957</c:v>
                </c:pt>
                <c:pt idx="23">
                  <c:v>0.01621</c:v>
                </c:pt>
                <c:pt idx="24">
                  <c:v>0.01278</c:v>
                </c:pt>
                <c:pt idx="25">
                  <c:v>0.00941</c:v>
                </c:pt>
                <c:pt idx="26">
                  <c:v>0.00649</c:v>
                </c:pt>
                <c:pt idx="27">
                  <c:v>0.00487</c:v>
                </c:pt>
                <c:pt idx="28">
                  <c:v>0.00391</c:v>
                </c:pt>
                <c:pt idx="29">
                  <c:v>0.00307</c:v>
                </c:pt>
                <c:pt idx="30">
                  <c:v>0.00244</c:v>
                </c:pt>
                <c:pt idx="31">
                  <c:v>0.0021</c:v>
                </c:pt>
                <c:pt idx="32">
                  <c:v>0.00141</c:v>
                </c:pt>
                <c:pt idx="33">
                  <c:v>0.00093</c:v>
                </c:pt>
                <c:pt idx="34">
                  <c:v>0.00057</c:v>
                </c:pt>
                <c:pt idx="35">
                  <c:v>0.00027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0.11359</c:v>
                </c:pt>
                <c:pt idx="10">
                  <c:v>0.08659</c:v>
                </c:pt>
                <c:pt idx="11">
                  <c:v>0</c:v>
                </c:pt>
                <c:pt idx="12">
                  <c:v>0.04296</c:v>
                </c:pt>
                <c:pt idx="13">
                  <c:v>0.03725</c:v>
                </c:pt>
                <c:pt idx="14">
                  <c:v>0.04002</c:v>
                </c:pt>
                <c:pt idx="15">
                  <c:v>0.04369</c:v>
                </c:pt>
                <c:pt idx="16">
                  <c:v>0.04522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0.0586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64244385"/>
        <c:axId val="8445939"/>
      </c:barChart>
      <c:catAx>
        <c:axId val="64244385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445939"/>
        <c:auto val="1"/>
        <c:lblAlgn val="ctr"/>
        <c:lblOffset val="100"/>
        <c:noMultiLvlLbl val="0"/>
      </c:catAx>
      <c:valAx>
        <c:axId val="8445939"/>
        <c:scaling>
          <c:orientation val="minMax"/>
          <c:max val="0.124750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4244385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0.05989</c:v>
                </c:pt>
                <c:pt idx="1">
                  <c:v>0.01944</c:v>
                </c:pt>
                <c:pt idx="2">
                  <c:v>0.00616</c:v>
                </c:pt>
                <c:pt idx="3">
                  <c:v>0.00351</c:v>
                </c:pt>
                <c:pt idx="4">
                  <c:v>0.00246</c:v>
                </c:pt>
                <c:pt idx="5">
                  <c:v>0.00176</c:v>
                </c:pt>
                <c:pt idx="6">
                  <c:v>0.00115</c:v>
                </c:pt>
                <c:pt idx="7">
                  <c:v>0.00118</c:v>
                </c:pt>
                <c:pt idx="8">
                  <c:v>0.00089</c:v>
                </c:pt>
                <c:pt idx="9">
                  <c:v>0.00061</c:v>
                </c:pt>
                <c:pt idx="10">
                  <c:v>0.00086</c:v>
                </c:pt>
                <c:pt idx="11">
                  <c:v>0.00089</c:v>
                </c:pt>
                <c:pt idx="12">
                  <c:v>0.00077</c:v>
                </c:pt>
                <c:pt idx="13">
                  <c:v>0.00118</c:v>
                </c:pt>
                <c:pt idx="14">
                  <c:v>0.0016</c:v>
                </c:pt>
                <c:pt idx="15">
                  <c:v>0.00156</c:v>
                </c:pt>
                <c:pt idx="16">
                  <c:v>0.00275</c:v>
                </c:pt>
                <c:pt idx="17">
                  <c:v>0.00351</c:v>
                </c:pt>
                <c:pt idx="18">
                  <c:v>0.00725</c:v>
                </c:pt>
                <c:pt idx="19">
                  <c:v>0.01868</c:v>
                </c:pt>
                <c:pt idx="20">
                  <c:v>0.02969</c:v>
                </c:pt>
                <c:pt idx="21">
                  <c:v>0.03904</c:v>
                </c:pt>
                <c:pt idx="22">
                  <c:v>0.05504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0.05523</c:v>
                </c:pt>
                <c:pt idx="30">
                  <c:v>0.04498</c:v>
                </c:pt>
                <c:pt idx="31">
                  <c:v>0.03275</c:v>
                </c:pt>
                <c:pt idx="32">
                  <c:v>0.02219</c:v>
                </c:pt>
                <c:pt idx="33">
                  <c:v>0.01705</c:v>
                </c:pt>
                <c:pt idx="34">
                  <c:v>0.01073</c:v>
                </c:pt>
                <c:pt idx="35">
                  <c:v>0.00725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E9A23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0.07783</c:v>
                </c:pt>
                <c:pt idx="24">
                  <c:v>0.09207</c:v>
                </c:pt>
                <c:pt idx="25">
                  <c:v>0</c:v>
                </c:pt>
                <c:pt idx="26">
                  <c:v>0.08489</c:v>
                </c:pt>
                <c:pt idx="27">
                  <c:v>0.07691</c:v>
                </c:pt>
                <c:pt idx="28">
                  <c:v>0.06781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0.09367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51217520"/>
        <c:axId val="64318092"/>
      </c:barChart>
      <c:catAx>
        <c:axId val="51217520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4318092"/>
        <c:auto val="1"/>
        <c:lblAlgn val="ctr"/>
        <c:lblOffset val="100"/>
        <c:noMultiLvlLbl val="0"/>
      </c:catAx>
      <c:valAx>
        <c:axId val="64318092"/>
        <c:scaling>
          <c:orientation val="minMax"/>
          <c:max val="0.101163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1217520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0.026</c:v>
                </c:pt>
                <c:pt idx="1">
                  <c:v>0.00465</c:v>
                </c:pt>
                <c:pt idx="2">
                  <c:v>0.00245</c:v>
                </c:pt>
                <c:pt idx="3">
                  <c:v>0.00308</c:v>
                </c:pt>
                <c:pt idx="4">
                  <c:v>0.0073</c:v>
                </c:pt>
                <c:pt idx="5">
                  <c:v>0.01884</c:v>
                </c:pt>
                <c:pt idx="6">
                  <c:v>0.04239</c:v>
                </c:pt>
                <c:pt idx="7">
                  <c:v>0.0853</c:v>
                </c:pt>
                <c:pt idx="8">
                  <c:v>0.11595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0.06228</c:v>
                </c:pt>
                <c:pt idx="14">
                  <c:v>0.05085</c:v>
                </c:pt>
                <c:pt idx="15">
                  <c:v>0.04029</c:v>
                </c:pt>
                <c:pt idx="16">
                  <c:v>0.02932</c:v>
                </c:pt>
                <c:pt idx="17">
                  <c:v>0.0194</c:v>
                </c:pt>
                <c:pt idx="18">
                  <c:v>0.01457</c:v>
                </c:pt>
                <c:pt idx="19">
                  <c:v>0.00877</c:v>
                </c:pt>
                <c:pt idx="20">
                  <c:v>0.00563</c:v>
                </c:pt>
                <c:pt idx="21">
                  <c:v>0.00402</c:v>
                </c:pt>
                <c:pt idx="22">
                  <c:v>0.00248</c:v>
                </c:pt>
                <c:pt idx="23">
                  <c:v>0.0015</c:v>
                </c:pt>
                <c:pt idx="24">
                  <c:v>0.00101</c:v>
                </c:pt>
                <c:pt idx="25">
                  <c:v>0.00091</c:v>
                </c:pt>
                <c:pt idx="26">
                  <c:v>0.00094</c:v>
                </c:pt>
                <c:pt idx="27">
                  <c:v>0.00063</c:v>
                </c:pt>
                <c:pt idx="28">
                  <c:v>0.00042</c:v>
                </c:pt>
                <c:pt idx="29">
                  <c:v>0.00045</c:v>
                </c:pt>
                <c:pt idx="30">
                  <c:v>0.00014</c:v>
                </c:pt>
                <c:pt idx="31">
                  <c:v>0.00021</c:v>
                </c:pt>
                <c:pt idx="32">
                  <c:v>7E-005</c:v>
                </c:pt>
                <c:pt idx="33">
                  <c:v>0.00014</c:v>
                </c:pt>
                <c:pt idx="34">
                  <c:v>7E-005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0.13947</c:v>
                </c:pt>
                <c:pt idx="10">
                  <c:v>0</c:v>
                </c:pt>
                <c:pt idx="11">
                  <c:v>0.10229</c:v>
                </c:pt>
                <c:pt idx="12">
                  <c:v>0.07832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0.12958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60985122"/>
        <c:axId val="18565927"/>
      </c:barChart>
      <c:catAx>
        <c:axId val="60985122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18565927"/>
        <c:auto val="1"/>
        <c:lblAlgn val="ctr"/>
        <c:lblOffset val="100"/>
        <c:noMultiLvlLbl val="0"/>
      </c:catAx>
      <c:valAx>
        <c:axId val="18565927"/>
        <c:scaling>
          <c:orientation val="minMax"/>
          <c:max val="0.150627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0985122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0.01123</c:v>
                </c:pt>
                <c:pt idx="1">
                  <c:v>0.00178</c:v>
                </c:pt>
                <c:pt idx="2">
                  <c:v>0.00217</c:v>
                </c:pt>
                <c:pt idx="3">
                  <c:v>0.00224</c:v>
                </c:pt>
                <c:pt idx="4">
                  <c:v>0.00256</c:v>
                </c:pt>
                <c:pt idx="5">
                  <c:v>0.00622</c:v>
                </c:pt>
                <c:pt idx="6">
                  <c:v>0.0112</c:v>
                </c:pt>
                <c:pt idx="7">
                  <c:v>0.0203</c:v>
                </c:pt>
                <c:pt idx="8">
                  <c:v>0.03139</c:v>
                </c:pt>
                <c:pt idx="9">
                  <c:v>0.04532</c:v>
                </c:pt>
                <c:pt idx="10">
                  <c:v>0.05734</c:v>
                </c:pt>
                <c:pt idx="11">
                  <c:v>0.06754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0.05883</c:v>
                </c:pt>
                <c:pt idx="19">
                  <c:v>0.04724</c:v>
                </c:pt>
                <c:pt idx="20">
                  <c:v>0.03544</c:v>
                </c:pt>
                <c:pt idx="21">
                  <c:v>0.02631</c:v>
                </c:pt>
                <c:pt idx="22">
                  <c:v>0.01721</c:v>
                </c:pt>
                <c:pt idx="23">
                  <c:v>0.01091</c:v>
                </c:pt>
                <c:pt idx="24">
                  <c:v>0.00729</c:v>
                </c:pt>
                <c:pt idx="25">
                  <c:v>0.00405</c:v>
                </c:pt>
                <c:pt idx="26">
                  <c:v>0.00228</c:v>
                </c:pt>
                <c:pt idx="27">
                  <c:v>0.00171</c:v>
                </c:pt>
                <c:pt idx="28">
                  <c:v>0.0011</c:v>
                </c:pt>
                <c:pt idx="29">
                  <c:v>0.00071</c:v>
                </c:pt>
                <c:pt idx="30">
                  <c:v>0.00085</c:v>
                </c:pt>
                <c:pt idx="31">
                  <c:v>0.00032</c:v>
                </c:pt>
                <c:pt idx="32">
                  <c:v>0.00046</c:v>
                </c:pt>
                <c:pt idx="33">
                  <c:v>0.00021</c:v>
                </c:pt>
                <c:pt idx="34">
                  <c:v>0.00043</c:v>
                </c:pt>
                <c:pt idx="35">
                  <c:v>0.00032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E9A23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0.08464</c:v>
                </c:pt>
                <c:pt idx="13">
                  <c:v>0.09545</c:v>
                </c:pt>
                <c:pt idx="14">
                  <c:v>0</c:v>
                </c:pt>
                <c:pt idx="15">
                  <c:v>0.09385</c:v>
                </c:pt>
                <c:pt idx="16">
                  <c:v>0.08155</c:v>
                </c:pt>
                <c:pt idx="17">
                  <c:v>0.07202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0.09651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4271382"/>
        <c:axId val="57155543"/>
      </c:barChart>
      <c:catAx>
        <c:axId val="4271382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7155543"/>
        <c:auto val="1"/>
        <c:lblAlgn val="ctr"/>
        <c:lblOffset val="100"/>
        <c:noMultiLvlLbl val="0"/>
      </c:catAx>
      <c:valAx>
        <c:axId val="57155543"/>
        <c:scaling>
          <c:orientation val="minMax"/>
          <c:max val="0.104230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271382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0.04937</c:v>
                </c:pt>
                <c:pt idx="1">
                  <c:v>0.0248</c:v>
                </c:pt>
                <c:pt idx="2">
                  <c:v>0.08276</c:v>
                </c:pt>
                <c:pt idx="3">
                  <c:v>0.11003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0.07594</c:v>
                </c:pt>
                <c:pt idx="9">
                  <c:v>0.05595</c:v>
                </c:pt>
                <c:pt idx="10">
                  <c:v>0.03186</c:v>
                </c:pt>
                <c:pt idx="11">
                  <c:v>0.0241</c:v>
                </c:pt>
                <c:pt idx="12">
                  <c:v>0.02645</c:v>
                </c:pt>
                <c:pt idx="13">
                  <c:v>0.01975</c:v>
                </c:pt>
                <c:pt idx="14">
                  <c:v>0.00987</c:v>
                </c:pt>
                <c:pt idx="15">
                  <c:v>0.00764</c:v>
                </c:pt>
                <c:pt idx="16">
                  <c:v>0.00482</c:v>
                </c:pt>
                <c:pt idx="17">
                  <c:v>0.00247</c:v>
                </c:pt>
                <c:pt idx="18">
                  <c:v>0.00259</c:v>
                </c:pt>
                <c:pt idx="19">
                  <c:v>0.002</c:v>
                </c:pt>
                <c:pt idx="20">
                  <c:v>0.00176</c:v>
                </c:pt>
                <c:pt idx="21">
                  <c:v>0.00106</c:v>
                </c:pt>
                <c:pt idx="22">
                  <c:v>0.00141</c:v>
                </c:pt>
                <c:pt idx="23">
                  <c:v>0.00106</c:v>
                </c:pt>
                <c:pt idx="24">
                  <c:v>0.00082</c:v>
                </c:pt>
                <c:pt idx="25">
                  <c:v>0.00047</c:v>
                </c:pt>
                <c:pt idx="26">
                  <c:v>0.00082</c:v>
                </c:pt>
                <c:pt idx="27">
                  <c:v>0.00071</c:v>
                </c:pt>
                <c:pt idx="28">
                  <c:v>0.00035</c:v>
                </c:pt>
                <c:pt idx="29">
                  <c:v>0.00024</c:v>
                </c:pt>
                <c:pt idx="30">
                  <c:v>0.00059</c:v>
                </c:pt>
                <c:pt idx="31">
                  <c:v>0.00047</c:v>
                </c:pt>
                <c:pt idx="32">
                  <c:v>0.00012</c:v>
                </c:pt>
                <c:pt idx="33">
                  <c:v>0.00024</c:v>
                </c:pt>
                <c:pt idx="34">
                  <c:v>0.00012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0.1132</c:v>
                </c:pt>
                <c:pt idx="5">
                  <c:v>0</c:v>
                </c:pt>
                <c:pt idx="6">
                  <c:v>0.13189</c:v>
                </c:pt>
                <c:pt idx="7">
                  <c:v>0.09439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0,14</c:v>
                </c:pt>
                <c:pt idx="1">
                  <c:v>0,40</c:v>
                </c:pt>
                <c:pt idx="2">
                  <c:v>0,66</c:v>
                </c:pt>
                <c:pt idx="3">
                  <c:v>0,92</c:v>
                </c:pt>
                <c:pt idx="4">
                  <c:v>1,17</c:v>
                </c:pt>
                <c:pt idx="5">
                  <c:v>1,43</c:v>
                </c:pt>
                <c:pt idx="6">
                  <c:v>1,69</c:v>
                </c:pt>
                <c:pt idx="7">
                  <c:v>1,95</c:v>
                </c:pt>
                <c:pt idx="8">
                  <c:v>2,20</c:v>
                </c:pt>
                <c:pt idx="9">
                  <c:v>2,46</c:v>
                </c:pt>
                <c:pt idx="10">
                  <c:v>2,72</c:v>
                </c:pt>
                <c:pt idx="11">
                  <c:v>2,98</c:v>
                </c:pt>
                <c:pt idx="12">
                  <c:v>3,23</c:v>
                </c:pt>
                <c:pt idx="13">
                  <c:v>3,49</c:v>
                </c:pt>
                <c:pt idx="14">
                  <c:v>3,75</c:v>
                </c:pt>
                <c:pt idx="15">
                  <c:v>4,01</c:v>
                </c:pt>
                <c:pt idx="16">
                  <c:v>4,27</c:v>
                </c:pt>
                <c:pt idx="17">
                  <c:v>4,52</c:v>
                </c:pt>
                <c:pt idx="18">
                  <c:v>4,78</c:v>
                </c:pt>
                <c:pt idx="19">
                  <c:v>5,04</c:v>
                </c:pt>
                <c:pt idx="20">
                  <c:v>5,30</c:v>
                </c:pt>
                <c:pt idx="21">
                  <c:v>5,55</c:v>
                </c:pt>
                <c:pt idx="22">
                  <c:v>5,81</c:v>
                </c:pt>
                <c:pt idx="23">
                  <c:v>6,07</c:v>
                </c:pt>
                <c:pt idx="24">
                  <c:v>6,33</c:v>
                </c:pt>
                <c:pt idx="25">
                  <c:v>6,59</c:v>
                </c:pt>
                <c:pt idx="26">
                  <c:v>6,84</c:v>
                </c:pt>
                <c:pt idx="27">
                  <c:v>7,10</c:v>
                </c:pt>
                <c:pt idx="28">
                  <c:v>7,36</c:v>
                </c:pt>
                <c:pt idx="29">
                  <c:v>7,62</c:v>
                </c:pt>
                <c:pt idx="30">
                  <c:v>7,87</c:v>
                </c:pt>
                <c:pt idx="31">
                  <c:v>8,13</c:v>
                </c:pt>
                <c:pt idx="32">
                  <c:v>8,39</c:v>
                </c:pt>
                <c:pt idx="33">
                  <c:v>8,65</c:v>
                </c:pt>
                <c:pt idx="34">
                  <c:v>8,90</c:v>
                </c:pt>
                <c:pt idx="35">
                  <c:v>9,16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0.11167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74392116"/>
        <c:axId val="26778646"/>
      </c:barChart>
      <c:catAx>
        <c:axId val="74392116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6778646"/>
        <c:auto val="1"/>
        <c:lblAlgn val="ctr"/>
        <c:lblOffset val="100"/>
        <c:noMultiLvlLbl val="0"/>
      </c:catAx>
      <c:valAx>
        <c:axId val="26778646"/>
        <c:scaling>
          <c:orientation val="minMax"/>
          <c:max val="0.142441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74392116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D5DAE2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0.0181</c:v>
                </c:pt>
                <c:pt idx="1">
                  <c:v>0.01788</c:v>
                </c:pt>
                <c:pt idx="2">
                  <c:v>0.02105</c:v>
                </c:pt>
                <c:pt idx="3">
                  <c:v>0.02216</c:v>
                </c:pt>
                <c:pt idx="4">
                  <c:v>0.01765</c:v>
                </c:pt>
                <c:pt idx="5">
                  <c:v>0.02475</c:v>
                </c:pt>
                <c:pt idx="6">
                  <c:v>0.01562</c:v>
                </c:pt>
                <c:pt idx="7">
                  <c:v>0.0175</c:v>
                </c:pt>
                <c:pt idx="8">
                  <c:v>0.02858</c:v>
                </c:pt>
                <c:pt idx="9">
                  <c:v>0.01848</c:v>
                </c:pt>
                <c:pt idx="10">
                  <c:v>0.01746</c:v>
                </c:pt>
                <c:pt idx="11">
                  <c:v>0.02736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0.03428</c:v>
                </c:pt>
                <c:pt idx="30">
                  <c:v>0.04747</c:v>
                </c:pt>
                <c:pt idx="31">
                  <c:v>0.04304</c:v>
                </c:pt>
                <c:pt idx="32">
                  <c:v>0.02786</c:v>
                </c:pt>
                <c:pt idx="33">
                  <c:v>0.04097</c:v>
                </c:pt>
                <c:pt idx="34">
                  <c:v>0.02848</c:v>
                </c:pt>
                <c:pt idx="35">
                  <c:v>0.03629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B4BCC8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0.02179</c:v>
                </c:pt>
                <c:pt idx="13">
                  <c:v>0.01757</c:v>
                </c:pt>
                <c:pt idx="14">
                  <c:v>0.03059</c:v>
                </c:pt>
                <c:pt idx="15">
                  <c:v>0.0256</c:v>
                </c:pt>
                <c:pt idx="16">
                  <c:v>0.0196</c:v>
                </c:pt>
                <c:pt idx="17">
                  <c:v>0.03432</c:v>
                </c:pt>
                <c:pt idx="18">
                  <c:v>0.03333</c:v>
                </c:pt>
                <c:pt idx="19">
                  <c:v>0.02005</c:v>
                </c:pt>
                <c:pt idx="20">
                  <c:v>0.03577</c:v>
                </c:pt>
                <c:pt idx="21">
                  <c:v>0</c:v>
                </c:pt>
                <c:pt idx="22">
                  <c:v>0.01982</c:v>
                </c:pt>
                <c:pt idx="23">
                  <c:v>0.03544</c:v>
                </c:pt>
                <c:pt idx="24">
                  <c:v>0.03888</c:v>
                </c:pt>
                <c:pt idx="25">
                  <c:v>0.02266</c:v>
                </c:pt>
                <c:pt idx="26">
                  <c:v>0.03407</c:v>
                </c:pt>
                <c:pt idx="27">
                  <c:v>0.04445</c:v>
                </c:pt>
                <c:pt idx="28">
                  <c:v>0.02628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8A93A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0.03482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43837285"/>
        <c:axId val="73576013"/>
      </c:barChart>
      <c:catAx>
        <c:axId val="43837285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73576013"/>
        <c:auto val="1"/>
        <c:lblAlgn val="ctr"/>
        <c:lblOffset val="100"/>
        <c:noMultiLvlLbl val="0"/>
      </c:catAx>
      <c:valAx>
        <c:axId val="73576013"/>
        <c:scaling>
          <c:orientation val="minMax"/>
          <c:max val="0.051267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3837285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0.00123</c:v>
                </c:pt>
                <c:pt idx="1">
                  <c:v>0.00099</c:v>
                </c:pt>
                <c:pt idx="2">
                  <c:v>0.00346</c:v>
                </c:pt>
                <c:pt idx="3">
                  <c:v>0.01885</c:v>
                </c:pt>
                <c:pt idx="4">
                  <c:v>0.00743</c:v>
                </c:pt>
                <c:pt idx="5">
                  <c:v>0.00265</c:v>
                </c:pt>
                <c:pt idx="6">
                  <c:v>0.00304</c:v>
                </c:pt>
                <c:pt idx="7">
                  <c:v>0.00953</c:v>
                </c:pt>
                <c:pt idx="8">
                  <c:v>0.0972</c:v>
                </c:pt>
                <c:pt idx="9">
                  <c:v>0</c:v>
                </c:pt>
                <c:pt idx="10">
                  <c:v>0</c:v>
                </c:pt>
                <c:pt idx="11">
                  <c:v>0.29759</c:v>
                </c:pt>
                <c:pt idx="12">
                  <c:v>0.06551</c:v>
                </c:pt>
                <c:pt idx="13">
                  <c:v>0.00667</c:v>
                </c:pt>
                <c:pt idx="14">
                  <c:v>0.00508</c:v>
                </c:pt>
                <c:pt idx="15">
                  <c:v>0.00114</c:v>
                </c:pt>
                <c:pt idx="16">
                  <c:v>0.00141</c:v>
                </c:pt>
                <c:pt idx="17">
                  <c:v>0.00418</c:v>
                </c:pt>
                <c:pt idx="18">
                  <c:v>0.00162</c:v>
                </c:pt>
                <c:pt idx="19">
                  <c:v>0.00084</c:v>
                </c:pt>
                <c:pt idx="20">
                  <c:v>0.00192</c:v>
                </c:pt>
                <c:pt idx="21">
                  <c:v>0.00126</c:v>
                </c:pt>
                <c:pt idx="22">
                  <c:v>0.00054</c:v>
                </c:pt>
                <c:pt idx="23">
                  <c:v>0.00168</c:v>
                </c:pt>
                <c:pt idx="24">
                  <c:v>0.00397</c:v>
                </c:pt>
                <c:pt idx="25">
                  <c:v>0.00099</c:v>
                </c:pt>
                <c:pt idx="26">
                  <c:v>0.0012</c:v>
                </c:pt>
                <c:pt idx="27">
                  <c:v>0.00117</c:v>
                </c:pt>
                <c:pt idx="28">
                  <c:v>0.00042</c:v>
                </c:pt>
                <c:pt idx="29">
                  <c:v>0.00093</c:v>
                </c:pt>
                <c:pt idx="30">
                  <c:v>0.00132</c:v>
                </c:pt>
                <c:pt idx="31">
                  <c:v>0.00057</c:v>
                </c:pt>
                <c:pt idx="32">
                  <c:v>0.0006</c:v>
                </c:pt>
                <c:pt idx="33">
                  <c:v>0.00099</c:v>
                </c:pt>
                <c:pt idx="34">
                  <c:v>0.00069</c:v>
                </c:pt>
                <c:pt idx="35">
                  <c:v>0.00048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0.20643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0.24636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35170637"/>
        <c:axId val="76528354"/>
      </c:barChart>
      <c:catAx>
        <c:axId val="35170637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76528354"/>
        <c:auto val="1"/>
        <c:lblAlgn val="ctr"/>
        <c:lblOffset val="100"/>
        <c:noMultiLvlLbl val="0"/>
      </c:catAx>
      <c:valAx>
        <c:axId val="76528354"/>
        <c:scaling>
          <c:orientation val="minMax"/>
          <c:max val="0.321397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5170637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0.00358</c:v>
                </c:pt>
                <c:pt idx="1">
                  <c:v>0.00239</c:v>
                </c:pt>
                <c:pt idx="2">
                  <c:v>0.00351</c:v>
                </c:pt>
                <c:pt idx="3">
                  <c:v>0.00942</c:v>
                </c:pt>
                <c:pt idx="4">
                  <c:v>0.00316</c:v>
                </c:pt>
                <c:pt idx="5">
                  <c:v>0.00533</c:v>
                </c:pt>
                <c:pt idx="6">
                  <c:v>0.00437</c:v>
                </c:pt>
                <c:pt idx="7">
                  <c:v>0.00399</c:v>
                </c:pt>
                <c:pt idx="8">
                  <c:v>0.00421</c:v>
                </c:pt>
                <c:pt idx="9">
                  <c:v>0.00265</c:v>
                </c:pt>
                <c:pt idx="10">
                  <c:v>0.00275</c:v>
                </c:pt>
                <c:pt idx="11">
                  <c:v>0.00546</c:v>
                </c:pt>
                <c:pt idx="12">
                  <c:v>0.00361</c:v>
                </c:pt>
                <c:pt idx="13">
                  <c:v>0.00364</c:v>
                </c:pt>
                <c:pt idx="14">
                  <c:v>0.01542</c:v>
                </c:pt>
                <c:pt idx="15">
                  <c:v>0.07943</c:v>
                </c:pt>
                <c:pt idx="16">
                  <c:v>0.16933</c:v>
                </c:pt>
                <c:pt idx="17">
                  <c:v>0</c:v>
                </c:pt>
                <c:pt idx="18">
                  <c:v>0.19161</c:v>
                </c:pt>
                <c:pt idx="19">
                  <c:v>0.03895</c:v>
                </c:pt>
                <c:pt idx="20">
                  <c:v>0.02289</c:v>
                </c:pt>
                <c:pt idx="21">
                  <c:v>0.00939</c:v>
                </c:pt>
                <c:pt idx="22">
                  <c:v>0.00255</c:v>
                </c:pt>
                <c:pt idx="23">
                  <c:v>0.00472</c:v>
                </c:pt>
                <c:pt idx="24">
                  <c:v>0.00374</c:v>
                </c:pt>
                <c:pt idx="25">
                  <c:v>0.00255</c:v>
                </c:pt>
                <c:pt idx="26">
                  <c:v>0.0061</c:v>
                </c:pt>
                <c:pt idx="27">
                  <c:v>0.01379</c:v>
                </c:pt>
                <c:pt idx="28">
                  <c:v>0.00804</c:v>
                </c:pt>
                <c:pt idx="29">
                  <c:v>0.00833</c:v>
                </c:pt>
                <c:pt idx="30">
                  <c:v>0.01105</c:v>
                </c:pt>
                <c:pt idx="31">
                  <c:v>0.00441</c:v>
                </c:pt>
                <c:pt idx="32">
                  <c:v>0.00233</c:v>
                </c:pt>
                <c:pt idx="33">
                  <c:v>0.00383</c:v>
                </c:pt>
                <c:pt idx="34">
                  <c:v>0.00268</c:v>
                </c:pt>
                <c:pt idx="35">
                  <c:v>0.0031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E9A23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0.3377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7639278"/>
        <c:axId val="89646903"/>
      </c:barChart>
      <c:catAx>
        <c:axId val="7639278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9646903"/>
        <c:auto val="1"/>
        <c:lblAlgn val="ctr"/>
        <c:lblOffset val="100"/>
        <c:noMultiLvlLbl val="0"/>
      </c:catAx>
      <c:valAx>
        <c:axId val="89646903"/>
        <c:scaling>
          <c:orientation val="minMax"/>
          <c:max val="0.36471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7639278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0.00454</c:v>
                </c:pt>
                <c:pt idx="1">
                  <c:v>0.00301</c:v>
                </c:pt>
                <c:pt idx="2">
                  <c:v>0.00695</c:v>
                </c:pt>
                <c:pt idx="3">
                  <c:v>0.01534</c:v>
                </c:pt>
                <c:pt idx="4">
                  <c:v>0.01524</c:v>
                </c:pt>
                <c:pt idx="5">
                  <c:v>0.04997</c:v>
                </c:pt>
                <c:pt idx="6">
                  <c:v>0.06762</c:v>
                </c:pt>
                <c:pt idx="7">
                  <c:v>0.12546</c:v>
                </c:pt>
                <c:pt idx="8">
                  <c:v>0</c:v>
                </c:pt>
                <c:pt idx="9">
                  <c:v>0</c:v>
                </c:pt>
                <c:pt idx="10">
                  <c:v>0.1011</c:v>
                </c:pt>
                <c:pt idx="11">
                  <c:v>0.09544</c:v>
                </c:pt>
                <c:pt idx="12">
                  <c:v>0.01919</c:v>
                </c:pt>
                <c:pt idx="13">
                  <c:v>0.00671</c:v>
                </c:pt>
                <c:pt idx="14">
                  <c:v>0.00727</c:v>
                </c:pt>
                <c:pt idx="15">
                  <c:v>0.00479</c:v>
                </c:pt>
                <c:pt idx="16">
                  <c:v>0.00335</c:v>
                </c:pt>
                <c:pt idx="17">
                  <c:v>0.0066</c:v>
                </c:pt>
                <c:pt idx="18">
                  <c:v>0.005</c:v>
                </c:pt>
                <c:pt idx="19">
                  <c:v>0.00185</c:v>
                </c:pt>
                <c:pt idx="20">
                  <c:v>0.00472</c:v>
                </c:pt>
                <c:pt idx="21">
                  <c:v>0.00454</c:v>
                </c:pt>
                <c:pt idx="22">
                  <c:v>0.00192</c:v>
                </c:pt>
                <c:pt idx="23">
                  <c:v>0.00356</c:v>
                </c:pt>
                <c:pt idx="24">
                  <c:v>0.0036</c:v>
                </c:pt>
                <c:pt idx="25">
                  <c:v>0.00196</c:v>
                </c:pt>
                <c:pt idx="26">
                  <c:v>0.00245</c:v>
                </c:pt>
                <c:pt idx="27">
                  <c:v>0.00245</c:v>
                </c:pt>
                <c:pt idx="28">
                  <c:v>0.00136</c:v>
                </c:pt>
                <c:pt idx="29">
                  <c:v>0.00147</c:v>
                </c:pt>
                <c:pt idx="30">
                  <c:v>0.00189</c:v>
                </c:pt>
                <c:pt idx="31">
                  <c:v>0.00143</c:v>
                </c:pt>
                <c:pt idx="32">
                  <c:v>0.00101</c:v>
                </c:pt>
                <c:pt idx="33">
                  <c:v>0.00189</c:v>
                </c:pt>
                <c:pt idx="34">
                  <c:v>0.00115</c:v>
                </c:pt>
                <c:pt idx="35">
                  <c:v>0.00112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E9A23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0.16551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0.25854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35246830"/>
        <c:axId val="9674619"/>
      </c:barChart>
      <c:catAx>
        <c:axId val="35246830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9674619"/>
        <c:auto val="1"/>
        <c:lblAlgn val="ctr"/>
        <c:lblOffset val="100"/>
        <c:noMultiLvlLbl val="0"/>
      </c:catAx>
      <c:valAx>
        <c:axId val="9674619"/>
        <c:scaling>
          <c:orientation val="minMax"/>
          <c:max val="0.279223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5246830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0.00167</c:v>
                </c:pt>
                <c:pt idx="1">
                  <c:v>0.0011</c:v>
                </c:pt>
                <c:pt idx="2">
                  <c:v>0.00181</c:v>
                </c:pt>
                <c:pt idx="3">
                  <c:v>0.00874</c:v>
                </c:pt>
                <c:pt idx="4">
                  <c:v>0.00512</c:v>
                </c:pt>
                <c:pt idx="5">
                  <c:v>0.01148</c:v>
                </c:pt>
                <c:pt idx="6">
                  <c:v>0.01223</c:v>
                </c:pt>
                <c:pt idx="7">
                  <c:v>0.02659</c:v>
                </c:pt>
                <c:pt idx="8">
                  <c:v>0.09516</c:v>
                </c:pt>
                <c:pt idx="9">
                  <c:v>0.12037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0.04664</c:v>
                </c:pt>
                <c:pt idx="14">
                  <c:v>0.0497</c:v>
                </c:pt>
                <c:pt idx="15">
                  <c:v>0.02727</c:v>
                </c:pt>
                <c:pt idx="16">
                  <c:v>0.01301</c:v>
                </c:pt>
                <c:pt idx="17">
                  <c:v>0.01696</c:v>
                </c:pt>
                <c:pt idx="18">
                  <c:v>0.01095</c:v>
                </c:pt>
                <c:pt idx="19">
                  <c:v>0.00427</c:v>
                </c:pt>
                <c:pt idx="20">
                  <c:v>0.0081</c:v>
                </c:pt>
                <c:pt idx="21">
                  <c:v>0.007</c:v>
                </c:pt>
                <c:pt idx="22">
                  <c:v>0.00274</c:v>
                </c:pt>
                <c:pt idx="23">
                  <c:v>0.0043</c:v>
                </c:pt>
                <c:pt idx="24">
                  <c:v>0.00508</c:v>
                </c:pt>
                <c:pt idx="25">
                  <c:v>0.00249</c:v>
                </c:pt>
                <c:pt idx="26">
                  <c:v>0.00277</c:v>
                </c:pt>
                <c:pt idx="27">
                  <c:v>0.00274</c:v>
                </c:pt>
                <c:pt idx="28">
                  <c:v>0.00164</c:v>
                </c:pt>
                <c:pt idx="29">
                  <c:v>0.0021</c:v>
                </c:pt>
                <c:pt idx="30">
                  <c:v>0.00427</c:v>
                </c:pt>
                <c:pt idx="31">
                  <c:v>0.00263</c:v>
                </c:pt>
                <c:pt idx="32">
                  <c:v>0.00228</c:v>
                </c:pt>
                <c:pt idx="33">
                  <c:v>0.00355</c:v>
                </c:pt>
                <c:pt idx="34">
                  <c:v>0.00245</c:v>
                </c:pt>
                <c:pt idx="35">
                  <c:v>0.00196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0.15389</c:v>
                </c:pt>
                <c:pt idx="11">
                  <c:v>0</c:v>
                </c:pt>
                <c:pt idx="12">
                  <c:v>0.11347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0.22349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50705654"/>
        <c:axId val="63840771"/>
      </c:barChart>
      <c:catAx>
        <c:axId val="50705654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3840771"/>
        <c:auto val="1"/>
        <c:lblAlgn val="ctr"/>
        <c:lblOffset val="100"/>
        <c:noMultiLvlLbl val="0"/>
      </c:catAx>
      <c:valAx>
        <c:axId val="63840771"/>
        <c:scaling>
          <c:orientation val="minMax"/>
          <c:max val="0.241369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0705654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0.05008</c:v>
                </c:pt>
                <c:pt idx="1">
                  <c:v>0.0777</c:v>
                </c:pt>
                <c:pt idx="2">
                  <c:v>0.14788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0.03961</c:v>
                </c:pt>
                <c:pt idx="25">
                  <c:v>0.02339</c:v>
                </c:pt>
                <c:pt idx="26">
                  <c:v>0.03033</c:v>
                </c:pt>
                <c:pt idx="27">
                  <c:v>0.03479</c:v>
                </c:pt>
                <c:pt idx="28">
                  <c:v>0.01822</c:v>
                </c:pt>
                <c:pt idx="29">
                  <c:v>0.02022</c:v>
                </c:pt>
                <c:pt idx="30">
                  <c:v>0.02163</c:v>
                </c:pt>
                <c:pt idx="31">
                  <c:v>0.01681</c:v>
                </c:pt>
                <c:pt idx="32">
                  <c:v>0.0094</c:v>
                </c:pt>
                <c:pt idx="33">
                  <c:v>0.01646</c:v>
                </c:pt>
                <c:pt idx="34">
                  <c:v>0.00705</c:v>
                </c:pt>
                <c:pt idx="35">
                  <c:v>0.00846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0.07899</c:v>
                </c:pt>
                <c:pt idx="4">
                  <c:v>0.07582</c:v>
                </c:pt>
                <c:pt idx="5">
                  <c:v>0.04055</c:v>
                </c:pt>
                <c:pt idx="6">
                  <c:v>0.01011</c:v>
                </c:pt>
                <c:pt idx="7">
                  <c:v>0.00929</c:v>
                </c:pt>
                <c:pt idx="8">
                  <c:v>0</c:v>
                </c:pt>
                <c:pt idx="9">
                  <c:v>0.01622</c:v>
                </c:pt>
                <c:pt idx="10">
                  <c:v>0.01034</c:v>
                </c:pt>
                <c:pt idx="11">
                  <c:v>0.01575</c:v>
                </c:pt>
                <c:pt idx="12">
                  <c:v>0.00964</c:v>
                </c:pt>
                <c:pt idx="13">
                  <c:v>0.00964</c:v>
                </c:pt>
                <c:pt idx="14">
                  <c:v>0.01857</c:v>
                </c:pt>
                <c:pt idx="15">
                  <c:v>0.01117</c:v>
                </c:pt>
                <c:pt idx="16">
                  <c:v>0.00705</c:v>
                </c:pt>
                <c:pt idx="17">
                  <c:v>0.01516</c:v>
                </c:pt>
                <c:pt idx="18">
                  <c:v>0.01446</c:v>
                </c:pt>
                <c:pt idx="19">
                  <c:v>0.01117</c:v>
                </c:pt>
                <c:pt idx="20">
                  <c:v>0.02257</c:v>
                </c:pt>
                <c:pt idx="21">
                  <c:v>0.03033</c:v>
                </c:pt>
                <c:pt idx="22">
                  <c:v>0.01963</c:v>
                </c:pt>
                <c:pt idx="23">
                  <c:v>0.03456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0,56</c:v>
                </c:pt>
                <c:pt idx="1">
                  <c:v>0,69</c:v>
                </c:pt>
                <c:pt idx="2">
                  <c:v>0,81</c:v>
                </c:pt>
                <c:pt idx="3">
                  <c:v>0,94</c:v>
                </c:pt>
                <c:pt idx="4">
                  <c:v>1,06</c:v>
                </c:pt>
                <c:pt idx="5">
                  <c:v>1,19</c:v>
                </c:pt>
                <c:pt idx="6">
                  <c:v>1,31</c:v>
                </c:pt>
                <c:pt idx="7">
                  <c:v>1,44</c:v>
                </c:pt>
                <c:pt idx="8">
                  <c:v>1,56</c:v>
                </c:pt>
                <c:pt idx="9">
                  <c:v>1,69</c:v>
                </c:pt>
                <c:pt idx="10">
                  <c:v>1,81</c:v>
                </c:pt>
                <c:pt idx="11">
                  <c:v>1,94</c:v>
                </c:pt>
                <c:pt idx="12">
                  <c:v>2,06</c:v>
                </c:pt>
                <c:pt idx="13">
                  <c:v>2,19</c:v>
                </c:pt>
                <c:pt idx="14">
                  <c:v>2,31</c:v>
                </c:pt>
                <c:pt idx="15">
                  <c:v>2,44</c:v>
                </c:pt>
                <c:pt idx="16">
                  <c:v>2,56</c:v>
                </c:pt>
                <c:pt idx="17">
                  <c:v>2,69</c:v>
                </c:pt>
                <c:pt idx="18">
                  <c:v>2,81</c:v>
                </c:pt>
                <c:pt idx="19">
                  <c:v>2,94</c:v>
                </c:pt>
                <c:pt idx="20">
                  <c:v>3,06</c:v>
                </c:pt>
                <c:pt idx="21">
                  <c:v>3,19</c:v>
                </c:pt>
                <c:pt idx="22">
                  <c:v>3,31</c:v>
                </c:pt>
                <c:pt idx="23">
                  <c:v>3,44</c:v>
                </c:pt>
                <c:pt idx="24">
                  <c:v>3,56</c:v>
                </c:pt>
                <c:pt idx="25">
                  <c:v>3,69</c:v>
                </c:pt>
                <c:pt idx="26">
                  <c:v>3,81</c:v>
                </c:pt>
                <c:pt idx="27">
                  <c:v>3,94</c:v>
                </c:pt>
                <c:pt idx="28">
                  <c:v>4,06</c:v>
                </c:pt>
                <c:pt idx="29">
                  <c:v>4,19</c:v>
                </c:pt>
                <c:pt idx="30">
                  <c:v>4,31</c:v>
                </c:pt>
                <c:pt idx="31">
                  <c:v>4,44</c:v>
                </c:pt>
                <c:pt idx="32">
                  <c:v>4,56</c:v>
                </c:pt>
                <c:pt idx="33">
                  <c:v>4,69</c:v>
                </c:pt>
                <c:pt idx="34">
                  <c:v>4,81</c:v>
                </c:pt>
                <c:pt idx="35">
                  <c:v>4,94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0.01693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85322479"/>
        <c:axId val="93198231"/>
      </c:barChart>
      <c:catAx>
        <c:axId val="85322479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93198231"/>
        <c:auto val="1"/>
        <c:lblAlgn val="ctr"/>
        <c:lblOffset val="100"/>
        <c:noMultiLvlLbl val="0"/>
      </c:catAx>
      <c:valAx>
        <c:axId val="93198231"/>
        <c:scaling>
          <c:orientation val="minMax"/>
          <c:max val="0.159710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5322479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</c:v>
                </c:pt>
                <c:pt idx="1">
                  <c:v>0.01732</c:v>
                </c:pt>
                <c:pt idx="2">
                  <c:v>0.00449</c:v>
                </c:pt>
                <c:pt idx="3">
                  <c:v>0.00189</c:v>
                </c:pt>
                <c:pt idx="4">
                  <c:v>0.00131</c:v>
                </c:pt>
                <c:pt idx="5">
                  <c:v>0.00058</c:v>
                </c:pt>
                <c:pt idx="6">
                  <c:v>0.00044</c:v>
                </c:pt>
                <c:pt idx="7">
                  <c:v>0.00031</c:v>
                </c:pt>
                <c:pt idx="8">
                  <c:v>0.00027</c:v>
                </c:pt>
                <c:pt idx="9">
                  <c:v>0.00021</c:v>
                </c:pt>
                <c:pt idx="10">
                  <c:v>0.00012</c:v>
                </c:pt>
                <c:pt idx="11">
                  <c:v>0.00019</c:v>
                </c:pt>
                <c:pt idx="12">
                  <c:v>2E-005</c:v>
                </c:pt>
                <c:pt idx="13">
                  <c:v>8E-005</c:v>
                </c:pt>
                <c:pt idx="14">
                  <c:v>4E-005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2E-005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0.94202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85867943"/>
        <c:axId val="34252554"/>
      </c:barChart>
      <c:catAx>
        <c:axId val="8586794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4252554"/>
        <c:auto val="1"/>
        <c:lblAlgn val="ctr"/>
        <c:lblOffset val="100"/>
        <c:noMultiLvlLbl val="0"/>
      </c:catAx>
      <c:valAx>
        <c:axId val="34252554"/>
        <c:scaling>
          <c:orientation val="minMax"/>
          <c:max val="1.017381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586794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0.01143</c:v>
                </c:pt>
                <c:pt idx="1">
                  <c:v>0.0034</c:v>
                </c:pt>
                <c:pt idx="2">
                  <c:v>0.00565</c:v>
                </c:pt>
                <c:pt idx="3">
                  <c:v>0.00743</c:v>
                </c:pt>
                <c:pt idx="4">
                  <c:v>0.01497</c:v>
                </c:pt>
                <c:pt idx="5">
                  <c:v>0.03256</c:v>
                </c:pt>
                <c:pt idx="6">
                  <c:v>0.05722</c:v>
                </c:pt>
                <c:pt idx="7">
                  <c:v>0.09423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0.04889</c:v>
                </c:pt>
                <c:pt idx="15">
                  <c:v>0.03653</c:v>
                </c:pt>
                <c:pt idx="16">
                  <c:v>0.03082</c:v>
                </c:pt>
                <c:pt idx="17">
                  <c:v>0.02619</c:v>
                </c:pt>
                <c:pt idx="18">
                  <c:v>0.02255</c:v>
                </c:pt>
                <c:pt idx="19">
                  <c:v>0.02132</c:v>
                </c:pt>
                <c:pt idx="20">
                  <c:v>0.01975</c:v>
                </c:pt>
                <c:pt idx="21">
                  <c:v>0.01389</c:v>
                </c:pt>
                <c:pt idx="22">
                  <c:v>0.01007</c:v>
                </c:pt>
                <c:pt idx="23">
                  <c:v>0.00695</c:v>
                </c:pt>
                <c:pt idx="24">
                  <c:v>0.00445</c:v>
                </c:pt>
                <c:pt idx="25">
                  <c:v>0.00229</c:v>
                </c:pt>
                <c:pt idx="26">
                  <c:v>0.00099</c:v>
                </c:pt>
                <c:pt idx="27">
                  <c:v>0.0003</c:v>
                </c:pt>
                <c:pt idx="28">
                  <c:v>3E-005</c:v>
                </c:pt>
                <c:pt idx="29">
                  <c:v>3E-005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0.11512</c:v>
                </c:pt>
                <c:pt idx="9">
                  <c:v>0.10589</c:v>
                </c:pt>
                <c:pt idx="10">
                  <c:v>0</c:v>
                </c:pt>
                <c:pt idx="11">
                  <c:v>0.08085</c:v>
                </c:pt>
                <c:pt idx="12">
                  <c:v>0.0721</c:v>
                </c:pt>
                <c:pt idx="13">
                  <c:v>0.05824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0.09552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43485613"/>
        <c:axId val="88190816"/>
      </c:barChart>
      <c:catAx>
        <c:axId val="4348561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8190816"/>
        <c:auto val="1"/>
        <c:lblAlgn val="ctr"/>
        <c:lblOffset val="100"/>
        <c:noMultiLvlLbl val="0"/>
      </c:catAx>
      <c:valAx>
        <c:axId val="88190816"/>
        <c:scaling>
          <c:orientation val="minMax"/>
          <c:max val="0.124329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348561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0.07809</c:v>
                </c:pt>
                <c:pt idx="1">
                  <c:v>0.01117</c:v>
                </c:pt>
                <c:pt idx="2">
                  <c:v>0.00479</c:v>
                </c:pt>
                <c:pt idx="3">
                  <c:v>0.00342</c:v>
                </c:pt>
                <c:pt idx="4">
                  <c:v>0.00303</c:v>
                </c:pt>
                <c:pt idx="5">
                  <c:v>0.00278</c:v>
                </c:pt>
                <c:pt idx="6">
                  <c:v>0.0023</c:v>
                </c:pt>
                <c:pt idx="7">
                  <c:v>0.00271</c:v>
                </c:pt>
                <c:pt idx="8">
                  <c:v>0.00166</c:v>
                </c:pt>
                <c:pt idx="9">
                  <c:v>0.00217</c:v>
                </c:pt>
                <c:pt idx="10">
                  <c:v>0.00249</c:v>
                </c:pt>
                <c:pt idx="11">
                  <c:v>0.0031</c:v>
                </c:pt>
                <c:pt idx="12">
                  <c:v>0.00364</c:v>
                </c:pt>
                <c:pt idx="13">
                  <c:v>0.00587</c:v>
                </c:pt>
                <c:pt idx="14">
                  <c:v>0.00878</c:v>
                </c:pt>
                <c:pt idx="15">
                  <c:v>0.0136</c:v>
                </c:pt>
                <c:pt idx="16">
                  <c:v>0.01599</c:v>
                </c:pt>
                <c:pt idx="17">
                  <c:v>0.01992</c:v>
                </c:pt>
                <c:pt idx="18">
                  <c:v>0.02385</c:v>
                </c:pt>
                <c:pt idx="19">
                  <c:v>0.0273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0.04837</c:v>
                </c:pt>
                <c:pt idx="31">
                  <c:v>0.04326</c:v>
                </c:pt>
                <c:pt idx="32">
                  <c:v>0.03777</c:v>
                </c:pt>
                <c:pt idx="33">
                  <c:v>0.03186</c:v>
                </c:pt>
                <c:pt idx="34">
                  <c:v>0.02481</c:v>
                </c:pt>
                <c:pt idx="35">
                  <c:v>0.02203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0.0318</c:v>
                </c:pt>
                <c:pt idx="21">
                  <c:v>0.03927</c:v>
                </c:pt>
                <c:pt idx="22">
                  <c:v>0.0438</c:v>
                </c:pt>
                <c:pt idx="23">
                  <c:v>0.0507</c:v>
                </c:pt>
                <c:pt idx="24">
                  <c:v>0.05801</c:v>
                </c:pt>
                <c:pt idx="25">
                  <c:v>0</c:v>
                </c:pt>
                <c:pt idx="26">
                  <c:v>0.0566</c:v>
                </c:pt>
                <c:pt idx="27">
                  <c:v>0.05561</c:v>
                </c:pt>
                <c:pt idx="28">
                  <c:v>0.05424</c:v>
                </c:pt>
                <c:pt idx="29">
                  <c:v>0.05063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0.05641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97444203"/>
        <c:axId val="34977157"/>
      </c:barChart>
      <c:catAx>
        <c:axId val="9744420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4977157"/>
        <c:auto val="1"/>
        <c:lblAlgn val="ctr"/>
        <c:lblOffset val="100"/>
        <c:noMultiLvlLbl val="0"/>
      </c:catAx>
      <c:valAx>
        <c:axId val="34977157"/>
        <c:scaling>
          <c:orientation val="minMax"/>
          <c:max val="0.084337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9744420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0.03302</c:v>
                </c:pt>
                <c:pt idx="1">
                  <c:v>0.00758</c:v>
                </c:pt>
                <c:pt idx="2">
                  <c:v>0.00877</c:v>
                </c:pt>
                <c:pt idx="3">
                  <c:v>0.01615</c:v>
                </c:pt>
                <c:pt idx="4">
                  <c:v>0.02984</c:v>
                </c:pt>
                <c:pt idx="5">
                  <c:v>0.04564</c:v>
                </c:pt>
                <c:pt idx="6">
                  <c:v>0.0635</c:v>
                </c:pt>
                <c:pt idx="7">
                  <c:v>0.08579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0.08583</c:v>
                </c:pt>
                <c:pt idx="13">
                  <c:v>0.05896</c:v>
                </c:pt>
                <c:pt idx="14">
                  <c:v>0.04047</c:v>
                </c:pt>
                <c:pt idx="15">
                  <c:v>0.02792</c:v>
                </c:pt>
                <c:pt idx="16">
                  <c:v>0.01828</c:v>
                </c:pt>
                <c:pt idx="17">
                  <c:v>0.01443</c:v>
                </c:pt>
                <c:pt idx="18">
                  <c:v>0.00856</c:v>
                </c:pt>
                <c:pt idx="19">
                  <c:v>0.00563</c:v>
                </c:pt>
                <c:pt idx="20">
                  <c:v>0.00395</c:v>
                </c:pt>
                <c:pt idx="21">
                  <c:v>0.00234</c:v>
                </c:pt>
                <c:pt idx="22">
                  <c:v>0.0014</c:v>
                </c:pt>
                <c:pt idx="23">
                  <c:v>0.00084</c:v>
                </c:pt>
                <c:pt idx="24">
                  <c:v>0.00028</c:v>
                </c:pt>
                <c:pt idx="25">
                  <c:v>0.00017</c:v>
                </c:pt>
                <c:pt idx="26">
                  <c:v>0.00017</c:v>
                </c:pt>
                <c:pt idx="27">
                  <c:v>0.00017</c:v>
                </c:pt>
                <c:pt idx="28">
                  <c:v>0</c:v>
                </c:pt>
                <c:pt idx="29">
                  <c:v>3E-005</c:v>
                </c:pt>
                <c:pt idx="30">
                  <c:v>7E-005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0.10533</c:v>
                </c:pt>
                <c:pt idx="9">
                  <c:v>0</c:v>
                </c:pt>
                <c:pt idx="10">
                  <c:v>0.11557</c:v>
                </c:pt>
                <c:pt idx="11">
                  <c:v>0.10173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0.11707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3395875"/>
        <c:axId val="27477634"/>
      </c:barChart>
      <c:catAx>
        <c:axId val="3395875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7477634"/>
        <c:auto val="1"/>
        <c:lblAlgn val="ctr"/>
        <c:lblOffset val="100"/>
        <c:noMultiLvlLbl val="0"/>
      </c:catAx>
      <c:valAx>
        <c:axId val="27477634"/>
        <c:scaling>
          <c:orientation val="minMax"/>
          <c:max val="0.126435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395875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0.01539</c:v>
                </c:pt>
                <c:pt idx="1">
                  <c:v>0.00462</c:v>
                </c:pt>
                <c:pt idx="2">
                  <c:v>0.00608</c:v>
                </c:pt>
                <c:pt idx="3">
                  <c:v>0.00988</c:v>
                </c:pt>
                <c:pt idx="4">
                  <c:v>0.01596</c:v>
                </c:pt>
                <c:pt idx="5">
                  <c:v>0.02446</c:v>
                </c:pt>
                <c:pt idx="6">
                  <c:v>0.03683</c:v>
                </c:pt>
                <c:pt idx="7">
                  <c:v>0.04628</c:v>
                </c:pt>
                <c:pt idx="8">
                  <c:v>0.05464</c:v>
                </c:pt>
                <c:pt idx="9">
                  <c:v>0.06299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0.06089</c:v>
                </c:pt>
                <c:pt idx="17">
                  <c:v>0.05126</c:v>
                </c:pt>
                <c:pt idx="18">
                  <c:v>0.04412</c:v>
                </c:pt>
                <c:pt idx="19">
                  <c:v>0.03281</c:v>
                </c:pt>
                <c:pt idx="20">
                  <c:v>0.02506</c:v>
                </c:pt>
                <c:pt idx="21">
                  <c:v>0.01973</c:v>
                </c:pt>
                <c:pt idx="22">
                  <c:v>0.01461</c:v>
                </c:pt>
                <c:pt idx="23">
                  <c:v>0.01006</c:v>
                </c:pt>
                <c:pt idx="24">
                  <c:v>0.00693</c:v>
                </c:pt>
                <c:pt idx="25">
                  <c:v>0.00469</c:v>
                </c:pt>
                <c:pt idx="26">
                  <c:v>0.00263</c:v>
                </c:pt>
                <c:pt idx="27">
                  <c:v>0.00139</c:v>
                </c:pt>
                <c:pt idx="28">
                  <c:v>0.00075</c:v>
                </c:pt>
                <c:pt idx="29">
                  <c:v>0.00028</c:v>
                </c:pt>
                <c:pt idx="30">
                  <c:v>0.00014</c:v>
                </c:pt>
                <c:pt idx="31">
                  <c:v>0.00014</c:v>
                </c:pt>
                <c:pt idx="32">
                  <c:v>4E-005</c:v>
                </c:pt>
                <c:pt idx="33">
                  <c:v>7E-005</c:v>
                </c:pt>
                <c:pt idx="34">
                  <c:v>0</c:v>
                </c:pt>
                <c:pt idx="35">
                  <c:v>4E-005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0.06811</c:v>
                </c:pt>
                <c:pt idx="11">
                  <c:v>0.07206</c:v>
                </c:pt>
                <c:pt idx="12">
                  <c:v>0.07682</c:v>
                </c:pt>
                <c:pt idx="13">
                  <c:v>0</c:v>
                </c:pt>
                <c:pt idx="14">
                  <c:v>0.07874</c:v>
                </c:pt>
                <c:pt idx="15">
                  <c:v>0.07049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0.0808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92048863"/>
        <c:axId val="85621342"/>
      </c:barChart>
      <c:catAx>
        <c:axId val="9204886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5621342"/>
        <c:auto val="1"/>
        <c:lblAlgn val="ctr"/>
        <c:lblOffset val="100"/>
        <c:noMultiLvlLbl val="0"/>
      </c:catAx>
      <c:valAx>
        <c:axId val="85621342"/>
        <c:scaling>
          <c:orientation val="minMax"/>
          <c:max val="0.08726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9204886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8769771528998"/>
          <c:w val="0.959786205141257"/>
          <c:h val="0.9395430579964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0.07547</c:v>
                </c:pt>
                <c:pt idx="1">
                  <c:v>0.18314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0.08346</c:v>
                </c:pt>
                <c:pt idx="7">
                  <c:v>0.05349</c:v>
                </c:pt>
                <c:pt idx="8">
                  <c:v>0.02692</c:v>
                </c:pt>
                <c:pt idx="9">
                  <c:v>0.01728</c:v>
                </c:pt>
                <c:pt idx="10">
                  <c:v>0.00905</c:v>
                </c:pt>
                <c:pt idx="11">
                  <c:v>0.00552</c:v>
                </c:pt>
                <c:pt idx="12">
                  <c:v>0.00552</c:v>
                </c:pt>
                <c:pt idx="13">
                  <c:v>0.01164</c:v>
                </c:pt>
                <c:pt idx="14">
                  <c:v>0.01281</c:v>
                </c:pt>
                <c:pt idx="15">
                  <c:v>0.00811</c:v>
                </c:pt>
                <c:pt idx="16">
                  <c:v>0.00118</c:v>
                </c:pt>
                <c:pt idx="17">
                  <c:v>0.00071</c:v>
                </c:pt>
                <c:pt idx="18">
                  <c:v>0.00012</c:v>
                </c:pt>
                <c:pt idx="19">
                  <c:v>0.00059</c:v>
                </c:pt>
                <c:pt idx="20">
                  <c:v>0.00035</c:v>
                </c:pt>
                <c:pt idx="21">
                  <c:v>0.00047</c:v>
                </c:pt>
                <c:pt idx="22">
                  <c:v>0.00071</c:v>
                </c:pt>
                <c:pt idx="23">
                  <c:v>0.00059</c:v>
                </c:pt>
                <c:pt idx="24">
                  <c:v>0.00012</c:v>
                </c:pt>
                <c:pt idx="25">
                  <c:v>0.00012</c:v>
                </c:pt>
                <c:pt idx="26">
                  <c:v>0.00012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E9A23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0.16786</c:v>
                </c:pt>
                <c:pt idx="3">
                  <c:v>0</c:v>
                </c:pt>
                <c:pt idx="4">
                  <c:v>0.09157</c:v>
                </c:pt>
                <c:pt idx="5">
                  <c:v>0.10274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0,34</c:v>
                </c:pt>
                <c:pt idx="3">
                  <c:v>0,47</c:v>
                </c:pt>
                <c:pt idx="4">
                  <c:v>0,61</c:v>
                </c:pt>
                <c:pt idx="5">
                  <c:v>0,74</c:v>
                </c:pt>
                <c:pt idx="6">
                  <c:v>0,88</c:v>
                </c:pt>
                <c:pt idx="7">
                  <c:v>1,01</c:v>
                </c:pt>
                <c:pt idx="8">
                  <c:v>1,15</c:v>
                </c:pt>
                <c:pt idx="9">
                  <c:v>1,28</c:v>
                </c:pt>
                <c:pt idx="10">
                  <c:v>1,42</c:v>
                </c:pt>
                <c:pt idx="11">
                  <c:v>1,55</c:v>
                </c:pt>
                <c:pt idx="12">
                  <c:v>1,69</c:v>
                </c:pt>
                <c:pt idx="13">
                  <c:v>1,82</c:v>
                </c:pt>
                <c:pt idx="14">
                  <c:v>1,95</c:v>
                </c:pt>
                <c:pt idx="15">
                  <c:v>2,09</c:v>
                </c:pt>
                <c:pt idx="16">
                  <c:v>2,22</c:v>
                </c:pt>
                <c:pt idx="17">
                  <c:v>2,36</c:v>
                </c:pt>
                <c:pt idx="18">
                  <c:v>2,49</c:v>
                </c:pt>
                <c:pt idx="19">
                  <c:v>2,63</c:v>
                </c:pt>
                <c:pt idx="20">
                  <c:v>2,76</c:v>
                </c:pt>
                <c:pt idx="21">
                  <c:v>2,90</c:v>
                </c:pt>
                <c:pt idx="22">
                  <c:v>3,03</c:v>
                </c:pt>
                <c:pt idx="23">
                  <c:v>3,17</c:v>
                </c:pt>
                <c:pt idx="24">
                  <c:v>3,30</c:v>
                </c:pt>
                <c:pt idx="25">
                  <c:v>3,44</c:v>
                </c:pt>
                <c:pt idx="26">
                  <c:v>3,57</c:v>
                </c:pt>
                <c:pt idx="27">
                  <c:v>3,70</c:v>
                </c:pt>
                <c:pt idx="28">
                  <c:v>3,84</c:v>
                </c:pt>
                <c:pt idx="29">
                  <c:v>3,97</c:v>
                </c:pt>
                <c:pt idx="30">
                  <c:v>4,11</c:v>
                </c:pt>
                <c:pt idx="31">
                  <c:v>4,24</c:v>
                </c:pt>
                <c:pt idx="32">
                  <c:v>4,38</c:v>
                </c:pt>
                <c:pt idx="33">
                  <c:v>4,51</c:v>
                </c:pt>
                <c:pt idx="34">
                  <c:v>4,65</c:v>
                </c:pt>
                <c:pt idx="35">
                  <c:v>4,78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0.11802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2142003"/>
        <c:axId val="39627390"/>
      </c:barChart>
      <c:catAx>
        <c:axId val="214200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9627390"/>
        <c:auto val="1"/>
        <c:lblAlgn val="ctr"/>
        <c:lblOffset val="100"/>
        <c:noMultiLvlLbl val="0"/>
      </c:catAx>
      <c:valAx>
        <c:axId val="39627390"/>
        <c:scaling>
          <c:orientation val="minMax"/>
          <c:max val="0.197791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14200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0.00012</c:v>
                </c:pt>
                <c:pt idx="1">
                  <c:v>0.0001</c:v>
                </c:pt>
                <c:pt idx="2">
                  <c:v>0.00015</c:v>
                </c:pt>
                <c:pt idx="3">
                  <c:v>0.00023</c:v>
                </c:pt>
                <c:pt idx="4">
                  <c:v>0.00027</c:v>
                </c:pt>
                <c:pt idx="5">
                  <c:v>0.00037</c:v>
                </c:pt>
                <c:pt idx="6">
                  <c:v>0.00041</c:v>
                </c:pt>
                <c:pt idx="7">
                  <c:v>0.00054</c:v>
                </c:pt>
                <c:pt idx="8">
                  <c:v>0.00126</c:v>
                </c:pt>
                <c:pt idx="9">
                  <c:v>0.00124</c:v>
                </c:pt>
                <c:pt idx="10">
                  <c:v>0.0017</c:v>
                </c:pt>
                <c:pt idx="11">
                  <c:v>0.00193</c:v>
                </c:pt>
                <c:pt idx="12">
                  <c:v>0.00238</c:v>
                </c:pt>
                <c:pt idx="13">
                  <c:v>0.00286</c:v>
                </c:pt>
                <c:pt idx="14">
                  <c:v>0.00383</c:v>
                </c:pt>
                <c:pt idx="15">
                  <c:v>0.00468</c:v>
                </c:pt>
                <c:pt idx="16">
                  <c:v>0.00655</c:v>
                </c:pt>
                <c:pt idx="17">
                  <c:v>0.00878</c:v>
                </c:pt>
                <c:pt idx="18">
                  <c:v>0.01011</c:v>
                </c:pt>
                <c:pt idx="19">
                  <c:v>0.01232</c:v>
                </c:pt>
                <c:pt idx="20">
                  <c:v>0.0162</c:v>
                </c:pt>
                <c:pt idx="21">
                  <c:v>0.02094</c:v>
                </c:pt>
                <c:pt idx="22">
                  <c:v>0.02504</c:v>
                </c:pt>
                <c:pt idx="23">
                  <c:v>0.03322</c:v>
                </c:pt>
                <c:pt idx="24">
                  <c:v>0.03888</c:v>
                </c:pt>
                <c:pt idx="25">
                  <c:v>0.04936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0.08613</c:v>
                </c:pt>
                <c:pt idx="33">
                  <c:v>0.07198</c:v>
                </c:pt>
                <c:pt idx="34">
                  <c:v>0.05137</c:v>
                </c:pt>
                <c:pt idx="35">
                  <c:v>0.0332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0.05899</c:v>
                </c:pt>
                <c:pt idx="27">
                  <c:v>0.07045</c:v>
                </c:pt>
                <c:pt idx="28">
                  <c:v>0.08101</c:v>
                </c:pt>
                <c:pt idx="29">
                  <c:v>0</c:v>
                </c:pt>
                <c:pt idx="30">
                  <c:v>0.09516</c:v>
                </c:pt>
                <c:pt idx="31">
                  <c:v>0.09437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0.08954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35663723"/>
        <c:axId val="19990131"/>
      </c:barChart>
      <c:catAx>
        <c:axId val="3566372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19990131"/>
        <c:auto val="1"/>
        <c:lblAlgn val="ctr"/>
        <c:lblOffset val="100"/>
        <c:noMultiLvlLbl val="0"/>
      </c:catAx>
      <c:valAx>
        <c:axId val="19990131"/>
        <c:scaling>
          <c:orientation val="minMax"/>
          <c:max val="0.102772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566372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0.00427</c:v>
                </c:pt>
                <c:pt idx="1">
                  <c:v>0.00725</c:v>
                </c:pt>
                <c:pt idx="2">
                  <c:v>0.01158</c:v>
                </c:pt>
                <c:pt idx="3">
                  <c:v>0.01461</c:v>
                </c:pt>
                <c:pt idx="4">
                  <c:v>0.01972</c:v>
                </c:pt>
                <c:pt idx="5">
                  <c:v>0.02156</c:v>
                </c:pt>
                <c:pt idx="6">
                  <c:v>0.02405</c:v>
                </c:pt>
                <c:pt idx="7">
                  <c:v>0.02751</c:v>
                </c:pt>
                <c:pt idx="8">
                  <c:v>0.02808</c:v>
                </c:pt>
                <c:pt idx="9">
                  <c:v>0.02934</c:v>
                </c:pt>
                <c:pt idx="10">
                  <c:v>0.03151</c:v>
                </c:pt>
                <c:pt idx="11">
                  <c:v>0.03043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0.04125</c:v>
                </c:pt>
                <c:pt idx="25">
                  <c:v>0.03885</c:v>
                </c:pt>
                <c:pt idx="26">
                  <c:v>0.03494</c:v>
                </c:pt>
                <c:pt idx="27">
                  <c:v>0.03274</c:v>
                </c:pt>
                <c:pt idx="28">
                  <c:v>0.02742</c:v>
                </c:pt>
                <c:pt idx="29">
                  <c:v>0.0215</c:v>
                </c:pt>
                <c:pt idx="30">
                  <c:v>0.01861</c:v>
                </c:pt>
                <c:pt idx="31">
                  <c:v>0.01389</c:v>
                </c:pt>
                <c:pt idx="32">
                  <c:v>0.00983</c:v>
                </c:pt>
                <c:pt idx="33">
                  <c:v>0.00716</c:v>
                </c:pt>
                <c:pt idx="34">
                  <c:v>0.00445</c:v>
                </c:pt>
                <c:pt idx="35">
                  <c:v>0.00247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0.02986</c:v>
                </c:pt>
                <c:pt idx="13">
                  <c:v>0.03316</c:v>
                </c:pt>
                <c:pt idx="14">
                  <c:v>0.03704</c:v>
                </c:pt>
                <c:pt idx="15">
                  <c:v>0.0387</c:v>
                </c:pt>
                <c:pt idx="16">
                  <c:v>0.04293</c:v>
                </c:pt>
                <c:pt idx="17">
                  <c:v>0.04399</c:v>
                </c:pt>
                <c:pt idx="18">
                  <c:v>0</c:v>
                </c:pt>
                <c:pt idx="19">
                  <c:v>0.04561</c:v>
                </c:pt>
                <c:pt idx="20">
                  <c:v>0.04441</c:v>
                </c:pt>
                <c:pt idx="21">
                  <c:v>0.04453</c:v>
                </c:pt>
                <c:pt idx="22">
                  <c:v>0.04504</c:v>
                </c:pt>
                <c:pt idx="23">
                  <c:v>0.0442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0.04263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11685604"/>
        <c:axId val="55259224"/>
      </c:barChart>
      <c:catAx>
        <c:axId val="11685604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5259224"/>
        <c:auto val="1"/>
        <c:lblAlgn val="ctr"/>
        <c:lblOffset val="100"/>
        <c:noMultiLvlLbl val="0"/>
      </c:catAx>
      <c:valAx>
        <c:axId val="55259224"/>
        <c:scaling>
          <c:orientation val="minMax"/>
          <c:max val="0.049258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11685604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0.05025</c:v>
                </c:pt>
                <c:pt idx="1">
                  <c:v>0.05584</c:v>
                </c:pt>
                <c:pt idx="2">
                  <c:v>0.05823</c:v>
                </c:pt>
                <c:pt idx="3">
                  <c:v>0.05427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0.02666</c:v>
                </c:pt>
                <c:pt idx="21">
                  <c:v>0.02634</c:v>
                </c:pt>
                <c:pt idx="22">
                  <c:v>0.02343</c:v>
                </c:pt>
                <c:pt idx="23">
                  <c:v>0.02155</c:v>
                </c:pt>
                <c:pt idx="24">
                  <c:v>0.01791</c:v>
                </c:pt>
                <c:pt idx="25">
                  <c:v>0.01718</c:v>
                </c:pt>
                <c:pt idx="26">
                  <c:v>0.01536</c:v>
                </c:pt>
                <c:pt idx="27">
                  <c:v>0.01654</c:v>
                </c:pt>
                <c:pt idx="28">
                  <c:v>0.01561</c:v>
                </c:pt>
                <c:pt idx="29">
                  <c:v>0.01488</c:v>
                </c:pt>
                <c:pt idx="30">
                  <c:v>0.01405</c:v>
                </c:pt>
                <c:pt idx="31">
                  <c:v>0.0136</c:v>
                </c:pt>
                <c:pt idx="32">
                  <c:v>0.01159</c:v>
                </c:pt>
                <c:pt idx="33">
                  <c:v>0.00983</c:v>
                </c:pt>
                <c:pt idx="34">
                  <c:v>0.00747</c:v>
                </c:pt>
                <c:pt idx="35">
                  <c:v>0.00495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0.05226</c:v>
                </c:pt>
                <c:pt idx="5">
                  <c:v>0.04524</c:v>
                </c:pt>
                <c:pt idx="6">
                  <c:v>0.03927</c:v>
                </c:pt>
                <c:pt idx="7">
                  <c:v>0.03429</c:v>
                </c:pt>
                <c:pt idx="8">
                  <c:v>0.03275</c:v>
                </c:pt>
                <c:pt idx="9">
                  <c:v>0</c:v>
                </c:pt>
                <c:pt idx="10">
                  <c:v>0.02739</c:v>
                </c:pt>
                <c:pt idx="11">
                  <c:v>0.02311</c:v>
                </c:pt>
                <c:pt idx="12">
                  <c:v>0.02257</c:v>
                </c:pt>
                <c:pt idx="13">
                  <c:v>0.0203</c:v>
                </c:pt>
                <c:pt idx="14">
                  <c:v>0.01995</c:v>
                </c:pt>
                <c:pt idx="15">
                  <c:v>0.01941</c:v>
                </c:pt>
                <c:pt idx="16">
                  <c:v>0.02155</c:v>
                </c:pt>
                <c:pt idx="17">
                  <c:v>0.02468</c:v>
                </c:pt>
                <c:pt idx="18">
                  <c:v>0.02774</c:v>
                </c:pt>
                <c:pt idx="19">
                  <c:v>0.02742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0.02864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8784655"/>
        <c:axId val="46028101"/>
      </c:barChart>
      <c:catAx>
        <c:axId val="8784655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6028101"/>
        <c:auto val="1"/>
        <c:lblAlgn val="ctr"/>
        <c:lblOffset val="100"/>
        <c:noMultiLvlLbl val="0"/>
      </c:catAx>
      <c:valAx>
        <c:axId val="46028101"/>
        <c:scaling>
          <c:orientation val="minMax"/>
          <c:max val="0.062888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784655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0.00241</c:v>
                </c:pt>
                <c:pt idx="1">
                  <c:v>0.00398</c:v>
                </c:pt>
                <c:pt idx="2">
                  <c:v>0.00769</c:v>
                </c:pt>
                <c:pt idx="3">
                  <c:v>0.00999</c:v>
                </c:pt>
                <c:pt idx="4">
                  <c:v>0.01293</c:v>
                </c:pt>
                <c:pt idx="5">
                  <c:v>0.01712</c:v>
                </c:pt>
                <c:pt idx="6">
                  <c:v>0.01674</c:v>
                </c:pt>
                <c:pt idx="7">
                  <c:v>0.01978</c:v>
                </c:pt>
                <c:pt idx="8">
                  <c:v>0.02251</c:v>
                </c:pt>
                <c:pt idx="9">
                  <c:v>0.0238</c:v>
                </c:pt>
                <c:pt idx="10">
                  <c:v>0.02544</c:v>
                </c:pt>
                <c:pt idx="11">
                  <c:v>0.0275</c:v>
                </c:pt>
                <c:pt idx="12">
                  <c:v>0.03037</c:v>
                </c:pt>
                <c:pt idx="13">
                  <c:v>0.03058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0.04284</c:v>
                </c:pt>
                <c:pt idx="27">
                  <c:v>0.03862</c:v>
                </c:pt>
                <c:pt idx="28">
                  <c:v>0.03418</c:v>
                </c:pt>
                <c:pt idx="29">
                  <c:v>0.03142</c:v>
                </c:pt>
                <c:pt idx="30">
                  <c:v>0.02761</c:v>
                </c:pt>
                <c:pt idx="31">
                  <c:v>0.02425</c:v>
                </c:pt>
                <c:pt idx="32">
                  <c:v>0.01964</c:v>
                </c:pt>
                <c:pt idx="33">
                  <c:v>0.01506</c:v>
                </c:pt>
                <c:pt idx="34">
                  <c:v>0.00975</c:v>
                </c:pt>
                <c:pt idx="35">
                  <c:v>0.00629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0.03449</c:v>
                </c:pt>
                <c:pt idx="15">
                  <c:v>0.03526</c:v>
                </c:pt>
                <c:pt idx="16">
                  <c:v>0.03687</c:v>
                </c:pt>
                <c:pt idx="17">
                  <c:v>0.03942</c:v>
                </c:pt>
                <c:pt idx="18">
                  <c:v>0.04124</c:v>
                </c:pt>
                <c:pt idx="19">
                  <c:v>0.04068</c:v>
                </c:pt>
                <c:pt idx="20">
                  <c:v>0</c:v>
                </c:pt>
                <c:pt idx="21">
                  <c:v>0.04424</c:v>
                </c:pt>
                <c:pt idx="22">
                  <c:v>0.04568</c:v>
                </c:pt>
                <c:pt idx="23">
                  <c:v>0.04672</c:v>
                </c:pt>
                <c:pt idx="24">
                  <c:v>0.04389</c:v>
                </c:pt>
                <c:pt idx="25">
                  <c:v>0.04277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0.04208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23288772"/>
        <c:axId val="37005825"/>
      </c:barChart>
      <c:catAx>
        <c:axId val="23288772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7005825"/>
        <c:auto val="1"/>
        <c:lblAlgn val="ctr"/>
        <c:lblOffset val="100"/>
        <c:noMultiLvlLbl val="0"/>
      </c:catAx>
      <c:valAx>
        <c:axId val="37005825"/>
        <c:scaling>
          <c:orientation val="minMax"/>
          <c:max val="0.050457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3288772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0.00181</c:v>
                </c:pt>
                <c:pt idx="1">
                  <c:v>0.00309</c:v>
                </c:pt>
                <c:pt idx="2">
                  <c:v>0.0043</c:v>
                </c:pt>
                <c:pt idx="3">
                  <c:v>0.00764</c:v>
                </c:pt>
                <c:pt idx="4">
                  <c:v>0.01063</c:v>
                </c:pt>
                <c:pt idx="5">
                  <c:v>0.01372</c:v>
                </c:pt>
                <c:pt idx="6">
                  <c:v>0.01642</c:v>
                </c:pt>
                <c:pt idx="7">
                  <c:v>0.01994</c:v>
                </c:pt>
                <c:pt idx="8">
                  <c:v>0.0224</c:v>
                </c:pt>
                <c:pt idx="9">
                  <c:v>0.02759</c:v>
                </c:pt>
                <c:pt idx="10">
                  <c:v>0.02869</c:v>
                </c:pt>
                <c:pt idx="11">
                  <c:v>0.02933</c:v>
                </c:pt>
                <c:pt idx="12">
                  <c:v>0.0342</c:v>
                </c:pt>
                <c:pt idx="13">
                  <c:v>0.03647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0.04081</c:v>
                </c:pt>
                <c:pt idx="26">
                  <c:v>0.03907</c:v>
                </c:pt>
                <c:pt idx="27">
                  <c:v>0.03573</c:v>
                </c:pt>
                <c:pt idx="28">
                  <c:v>0.03231</c:v>
                </c:pt>
                <c:pt idx="29">
                  <c:v>0.03082</c:v>
                </c:pt>
                <c:pt idx="30">
                  <c:v>0.02574</c:v>
                </c:pt>
                <c:pt idx="31">
                  <c:v>0.02072</c:v>
                </c:pt>
                <c:pt idx="32">
                  <c:v>0.01568</c:v>
                </c:pt>
                <c:pt idx="33">
                  <c:v>0.01266</c:v>
                </c:pt>
                <c:pt idx="34">
                  <c:v>0.00892</c:v>
                </c:pt>
                <c:pt idx="35">
                  <c:v>0.00494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0.03651</c:v>
                </c:pt>
                <c:pt idx="15">
                  <c:v>0.04013</c:v>
                </c:pt>
                <c:pt idx="16">
                  <c:v>0.04234</c:v>
                </c:pt>
                <c:pt idx="17">
                  <c:v>0.0438</c:v>
                </c:pt>
                <c:pt idx="18">
                  <c:v>0.04266</c:v>
                </c:pt>
                <c:pt idx="19">
                  <c:v>0</c:v>
                </c:pt>
                <c:pt idx="20">
                  <c:v>0.04856</c:v>
                </c:pt>
                <c:pt idx="21">
                  <c:v>0.04486</c:v>
                </c:pt>
                <c:pt idx="22">
                  <c:v>0.04515</c:v>
                </c:pt>
                <c:pt idx="23">
                  <c:v>0.04479</c:v>
                </c:pt>
                <c:pt idx="24">
                  <c:v>0.04088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0.0422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23335957"/>
        <c:axId val="58374446"/>
      </c:barChart>
      <c:catAx>
        <c:axId val="23335957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8374446"/>
        <c:auto val="1"/>
        <c:lblAlgn val="ctr"/>
        <c:lblOffset val="100"/>
        <c:noMultiLvlLbl val="0"/>
      </c:catAx>
      <c:valAx>
        <c:axId val="58374446"/>
        <c:scaling>
          <c:orientation val="minMax"/>
          <c:max val="0.052444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3335957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0.00118</c:v>
                </c:pt>
                <c:pt idx="1">
                  <c:v>0.00118</c:v>
                </c:pt>
                <c:pt idx="2">
                  <c:v>0.00071</c:v>
                </c:pt>
                <c:pt idx="3">
                  <c:v>0.00129</c:v>
                </c:pt>
                <c:pt idx="4">
                  <c:v>0.00376</c:v>
                </c:pt>
                <c:pt idx="5">
                  <c:v>0.00423</c:v>
                </c:pt>
                <c:pt idx="6">
                  <c:v>0.00517</c:v>
                </c:pt>
                <c:pt idx="7">
                  <c:v>0.00658</c:v>
                </c:pt>
                <c:pt idx="8">
                  <c:v>0.00694</c:v>
                </c:pt>
                <c:pt idx="9">
                  <c:v>0.00811</c:v>
                </c:pt>
                <c:pt idx="10">
                  <c:v>0.01434</c:v>
                </c:pt>
                <c:pt idx="11">
                  <c:v>0.0154</c:v>
                </c:pt>
                <c:pt idx="12">
                  <c:v>0.0154</c:v>
                </c:pt>
                <c:pt idx="13">
                  <c:v>0.01787</c:v>
                </c:pt>
                <c:pt idx="14">
                  <c:v>0.01857</c:v>
                </c:pt>
                <c:pt idx="15">
                  <c:v>0.02186</c:v>
                </c:pt>
                <c:pt idx="16">
                  <c:v>0.0228</c:v>
                </c:pt>
                <c:pt idx="17">
                  <c:v>0.02186</c:v>
                </c:pt>
                <c:pt idx="18">
                  <c:v>0.02457</c:v>
                </c:pt>
                <c:pt idx="19">
                  <c:v>0.03033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0.0596</c:v>
                </c:pt>
                <c:pt idx="31">
                  <c:v>0.06265</c:v>
                </c:pt>
                <c:pt idx="32">
                  <c:v>0.0489</c:v>
                </c:pt>
                <c:pt idx="33">
                  <c:v>0.04067</c:v>
                </c:pt>
                <c:pt idx="34">
                  <c:v>0.0261</c:v>
                </c:pt>
                <c:pt idx="35">
                  <c:v>0.01728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0.03139</c:v>
                </c:pt>
                <c:pt idx="21">
                  <c:v>0.03362</c:v>
                </c:pt>
                <c:pt idx="22">
                  <c:v>0.03691</c:v>
                </c:pt>
                <c:pt idx="23">
                  <c:v>0.04126</c:v>
                </c:pt>
                <c:pt idx="24">
                  <c:v>0.04537</c:v>
                </c:pt>
                <c:pt idx="25">
                  <c:v>0.05384</c:v>
                </c:pt>
                <c:pt idx="26">
                  <c:v>0</c:v>
                </c:pt>
                <c:pt idx="27">
                  <c:v>0.06301</c:v>
                </c:pt>
                <c:pt idx="28">
                  <c:v>0.06395</c:v>
                </c:pt>
                <c:pt idx="29">
                  <c:v>0.06489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0,99</c:v>
                </c:pt>
                <c:pt idx="1">
                  <c:v>1,03</c:v>
                </c:pt>
                <c:pt idx="2">
                  <c:v>1,07</c:v>
                </c:pt>
                <c:pt idx="3">
                  <c:v>1,10</c:v>
                </c:pt>
                <c:pt idx="4">
                  <c:v>1,14</c:v>
                </c:pt>
                <c:pt idx="5">
                  <c:v>1,17</c:v>
                </c:pt>
                <c:pt idx="6">
                  <c:v>1,21</c:v>
                </c:pt>
                <c:pt idx="7">
                  <c:v>1,25</c:v>
                </c:pt>
                <c:pt idx="8">
                  <c:v>1,28</c:v>
                </c:pt>
                <c:pt idx="9">
                  <c:v>1,32</c:v>
                </c:pt>
                <c:pt idx="10">
                  <c:v>1,36</c:v>
                </c:pt>
                <c:pt idx="11">
                  <c:v>1,39</c:v>
                </c:pt>
                <c:pt idx="12">
                  <c:v>1,43</c:v>
                </c:pt>
                <c:pt idx="13">
                  <c:v>1,46</c:v>
                </c:pt>
                <c:pt idx="14">
                  <c:v>1,50</c:v>
                </c:pt>
                <c:pt idx="15">
                  <c:v>1,54</c:v>
                </c:pt>
                <c:pt idx="16">
                  <c:v>1,57</c:v>
                </c:pt>
                <c:pt idx="17">
                  <c:v>1,61</c:v>
                </c:pt>
                <c:pt idx="18">
                  <c:v>1,65</c:v>
                </c:pt>
                <c:pt idx="19">
                  <c:v>1,68</c:v>
                </c:pt>
                <c:pt idx="20">
                  <c:v>1,72</c:v>
                </c:pt>
                <c:pt idx="21">
                  <c:v>1,75</c:v>
                </c:pt>
                <c:pt idx="22">
                  <c:v>1,79</c:v>
                </c:pt>
                <c:pt idx="23">
                  <c:v>1,83</c:v>
                </c:pt>
                <c:pt idx="24">
                  <c:v>1,86</c:v>
                </c:pt>
                <c:pt idx="25">
                  <c:v>1,90</c:v>
                </c:pt>
                <c:pt idx="26">
                  <c:v>1,94</c:v>
                </c:pt>
                <c:pt idx="27">
                  <c:v>1,97</c:v>
                </c:pt>
                <c:pt idx="28">
                  <c:v>2,01</c:v>
                </c:pt>
                <c:pt idx="29">
                  <c:v>2,04</c:v>
                </c:pt>
                <c:pt idx="30">
                  <c:v>2,08</c:v>
                </c:pt>
                <c:pt idx="31">
                  <c:v>2,12</c:v>
                </c:pt>
                <c:pt idx="32">
                  <c:v>2,15</c:v>
                </c:pt>
                <c:pt idx="33">
                  <c:v>2,19</c:v>
                </c:pt>
                <c:pt idx="34">
                  <c:v>2,23</c:v>
                </c:pt>
                <c:pt idx="35">
                  <c:v>2,26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0.05748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84258333"/>
        <c:axId val="53352396"/>
      </c:barChart>
      <c:catAx>
        <c:axId val="8425833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3352396"/>
        <c:auto val="1"/>
        <c:lblAlgn val="ctr"/>
        <c:lblOffset val="100"/>
        <c:noMultiLvlLbl val="0"/>
      </c:catAx>
      <c:valAx>
        <c:axId val="53352396"/>
        <c:scaling>
          <c:orientation val="minMax"/>
          <c:max val="0.070081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425833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</c:v>
                </c:pt>
                <c:pt idx="1">
                  <c:v>0.14274</c:v>
                </c:pt>
                <c:pt idx="2">
                  <c:v>0.03637</c:v>
                </c:pt>
                <c:pt idx="3">
                  <c:v>0.01491</c:v>
                </c:pt>
                <c:pt idx="4">
                  <c:v>0.00748</c:v>
                </c:pt>
                <c:pt idx="5">
                  <c:v>0.00371</c:v>
                </c:pt>
                <c:pt idx="6">
                  <c:v>0.00282</c:v>
                </c:pt>
                <c:pt idx="7">
                  <c:v>0.00166</c:v>
                </c:pt>
                <c:pt idx="8">
                  <c:v>0.0016</c:v>
                </c:pt>
                <c:pt idx="9">
                  <c:v>0.00101</c:v>
                </c:pt>
                <c:pt idx="10">
                  <c:v>0.00079</c:v>
                </c:pt>
                <c:pt idx="11">
                  <c:v>0.00075</c:v>
                </c:pt>
                <c:pt idx="12">
                  <c:v>0.00044</c:v>
                </c:pt>
                <c:pt idx="13">
                  <c:v>0.00041</c:v>
                </c:pt>
                <c:pt idx="14">
                  <c:v>0.00023</c:v>
                </c:pt>
                <c:pt idx="15">
                  <c:v>0.00023</c:v>
                </c:pt>
                <c:pt idx="16">
                  <c:v>0.00015</c:v>
                </c:pt>
                <c:pt idx="17">
                  <c:v>0.00015</c:v>
                </c:pt>
                <c:pt idx="18">
                  <c:v>0.00012</c:v>
                </c:pt>
                <c:pt idx="19">
                  <c:v>0.0001</c:v>
                </c:pt>
                <c:pt idx="20">
                  <c:v>4E-005</c:v>
                </c:pt>
                <c:pt idx="21">
                  <c:v>8E-005</c:v>
                </c:pt>
                <c:pt idx="22">
                  <c:v>2E-005</c:v>
                </c:pt>
                <c:pt idx="23">
                  <c:v>6E-005</c:v>
                </c:pt>
                <c:pt idx="24">
                  <c:v>4E-005</c:v>
                </c:pt>
                <c:pt idx="25">
                  <c:v>0</c:v>
                </c:pt>
                <c:pt idx="26">
                  <c:v>4E-005</c:v>
                </c:pt>
                <c:pt idx="27">
                  <c:v>2E-005</c:v>
                </c:pt>
                <c:pt idx="28">
                  <c:v>0</c:v>
                </c:pt>
                <c:pt idx="29">
                  <c:v>2E-005</c:v>
                </c:pt>
                <c:pt idx="30">
                  <c:v>2E-005</c:v>
                </c:pt>
                <c:pt idx="31">
                  <c:v>2E-005</c:v>
                </c:pt>
                <c:pt idx="32">
                  <c:v>2E-005</c:v>
                </c:pt>
                <c:pt idx="33">
                  <c:v>2E-005</c:v>
                </c:pt>
                <c:pt idx="34">
                  <c:v>0</c:v>
                </c:pt>
                <c:pt idx="35">
                  <c:v>2E-005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0.75593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43545317"/>
        <c:axId val="66954937"/>
      </c:barChart>
      <c:catAx>
        <c:axId val="43545317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6954937"/>
        <c:auto val="1"/>
        <c:lblAlgn val="ctr"/>
        <c:lblOffset val="100"/>
        <c:noMultiLvlLbl val="0"/>
      </c:catAx>
      <c:valAx>
        <c:axId val="66954937"/>
        <c:scaling>
          <c:orientation val="minMax"/>
          <c:max val="0.816404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3545317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0.00511</c:v>
                </c:pt>
                <c:pt idx="1">
                  <c:v>0.00466</c:v>
                </c:pt>
                <c:pt idx="2">
                  <c:v>0.03289</c:v>
                </c:pt>
                <c:pt idx="3">
                  <c:v>0.12114</c:v>
                </c:pt>
                <c:pt idx="4">
                  <c:v>0.09829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0.05277</c:v>
                </c:pt>
                <c:pt idx="17">
                  <c:v>0.03821</c:v>
                </c:pt>
                <c:pt idx="18">
                  <c:v>0.03256</c:v>
                </c:pt>
                <c:pt idx="19">
                  <c:v>0.02724</c:v>
                </c:pt>
                <c:pt idx="20">
                  <c:v>0.02273</c:v>
                </c:pt>
                <c:pt idx="21">
                  <c:v>0.01774</c:v>
                </c:pt>
                <c:pt idx="22">
                  <c:v>0.01263</c:v>
                </c:pt>
                <c:pt idx="23">
                  <c:v>0.00845</c:v>
                </c:pt>
                <c:pt idx="24">
                  <c:v>0.00481</c:v>
                </c:pt>
                <c:pt idx="25">
                  <c:v>0.00331</c:v>
                </c:pt>
                <c:pt idx="26">
                  <c:v>0.0021</c:v>
                </c:pt>
                <c:pt idx="27">
                  <c:v>0.00204</c:v>
                </c:pt>
                <c:pt idx="28">
                  <c:v>0.00111</c:v>
                </c:pt>
                <c:pt idx="29">
                  <c:v>0.00057</c:v>
                </c:pt>
                <c:pt idx="30">
                  <c:v>0.00045</c:v>
                </c:pt>
                <c:pt idx="31">
                  <c:v>0.00027</c:v>
                </c:pt>
                <c:pt idx="32">
                  <c:v>9E-005</c:v>
                </c:pt>
                <c:pt idx="33">
                  <c:v>3E-005</c:v>
                </c:pt>
                <c:pt idx="34">
                  <c:v>0</c:v>
                </c:pt>
                <c:pt idx="35">
                  <c:v>3E-005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0.05526</c:v>
                </c:pt>
                <c:pt idx="6">
                  <c:v>0.03863</c:v>
                </c:pt>
                <c:pt idx="7">
                  <c:v>0.03746</c:v>
                </c:pt>
                <c:pt idx="8">
                  <c:v>0.04299</c:v>
                </c:pt>
                <c:pt idx="9">
                  <c:v>0.04892</c:v>
                </c:pt>
                <c:pt idx="10">
                  <c:v>0</c:v>
                </c:pt>
                <c:pt idx="11">
                  <c:v>0.04838</c:v>
                </c:pt>
                <c:pt idx="12">
                  <c:v>0.03957</c:v>
                </c:pt>
                <c:pt idx="13">
                  <c:v>0.04759</c:v>
                </c:pt>
                <c:pt idx="14">
                  <c:v>0.05289</c:v>
                </c:pt>
                <c:pt idx="15">
                  <c:v>0.05039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0.04865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25993037"/>
        <c:axId val="57002330"/>
      </c:barChart>
      <c:catAx>
        <c:axId val="25993037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7002330"/>
        <c:auto val="1"/>
        <c:lblAlgn val="ctr"/>
        <c:lblOffset val="100"/>
        <c:noMultiLvlLbl val="0"/>
      </c:catAx>
      <c:valAx>
        <c:axId val="57002330"/>
        <c:scaling>
          <c:orientation val="minMax"/>
          <c:max val="0.130831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5993037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0.03837</c:v>
                </c:pt>
                <c:pt idx="1">
                  <c:v>0.02429</c:v>
                </c:pt>
                <c:pt idx="2">
                  <c:v>0.012</c:v>
                </c:pt>
                <c:pt idx="3">
                  <c:v>0.00833</c:v>
                </c:pt>
                <c:pt idx="4">
                  <c:v>0.01778</c:v>
                </c:pt>
                <c:pt idx="5">
                  <c:v>0.02704</c:v>
                </c:pt>
                <c:pt idx="6">
                  <c:v>0.02586</c:v>
                </c:pt>
                <c:pt idx="7">
                  <c:v>0.02232</c:v>
                </c:pt>
                <c:pt idx="8">
                  <c:v>0.019</c:v>
                </c:pt>
                <c:pt idx="9">
                  <c:v>0.0218</c:v>
                </c:pt>
                <c:pt idx="10">
                  <c:v>0.02046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0.03062</c:v>
                </c:pt>
                <c:pt idx="27">
                  <c:v>0.02979</c:v>
                </c:pt>
                <c:pt idx="28">
                  <c:v>0.0249</c:v>
                </c:pt>
                <c:pt idx="29">
                  <c:v>0.02209</c:v>
                </c:pt>
                <c:pt idx="30">
                  <c:v>0.02327</c:v>
                </c:pt>
                <c:pt idx="31">
                  <c:v>0.019</c:v>
                </c:pt>
                <c:pt idx="32">
                  <c:v>0.01638</c:v>
                </c:pt>
                <c:pt idx="33">
                  <c:v>0.01567</c:v>
                </c:pt>
                <c:pt idx="34">
                  <c:v>0.01293</c:v>
                </c:pt>
                <c:pt idx="35">
                  <c:v>0.0099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0.03001</c:v>
                </c:pt>
                <c:pt idx="12">
                  <c:v>0.03809</c:v>
                </c:pt>
                <c:pt idx="13">
                  <c:v>0.03534</c:v>
                </c:pt>
                <c:pt idx="14">
                  <c:v>0.03231</c:v>
                </c:pt>
                <c:pt idx="15">
                  <c:v>0.03122</c:v>
                </c:pt>
                <c:pt idx="16">
                  <c:v>0.02276</c:v>
                </c:pt>
                <c:pt idx="17">
                  <c:v>0.02129</c:v>
                </c:pt>
                <c:pt idx="18">
                  <c:v>0.02554</c:v>
                </c:pt>
                <c:pt idx="19">
                  <c:v>0</c:v>
                </c:pt>
                <c:pt idx="20">
                  <c:v>0.04741</c:v>
                </c:pt>
                <c:pt idx="21">
                  <c:v>0.04498</c:v>
                </c:pt>
                <c:pt idx="22">
                  <c:v>0.04086</c:v>
                </c:pt>
                <c:pt idx="23">
                  <c:v>0.034</c:v>
                </c:pt>
                <c:pt idx="24">
                  <c:v>0.03215</c:v>
                </c:pt>
                <c:pt idx="25">
                  <c:v>0.03269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0.03371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84849394"/>
        <c:axId val="36248519"/>
      </c:barChart>
      <c:catAx>
        <c:axId val="84849394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6248519"/>
        <c:auto val="1"/>
        <c:lblAlgn val="ctr"/>
        <c:lblOffset val="100"/>
        <c:noMultiLvlLbl val="0"/>
      </c:catAx>
      <c:valAx>
        <c:axId val="36248519"/>
        <c:scaling>
          <c:orientation val="minMax"/>
          <c:max val="0.051202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4849394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0.01279</c:v>
                </c:pt>
                <c:pt idx="1">
                  <c:v>0.01195</c:v>
                </c:pt>
                <c:pt idx="2">
                  <c:v>0.01269</c:v>
                </c:pt>
                <c:pt idx="3">
                  <c:v>0.05976</c:v>
                </c:pt>
                <c:pt idx="4">
                  <c:v>0.11253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0.04354</c:v>
                </c:pt>
                <c:pt idx="15">
                  <c:v>0.04872</c:v>
                </c:pt>
                <c:pt idx="16">
                  <c:v>0.0455</c:v>
                </c:pt>
                <c:pt idx="17">
                  <c:v>0.03785</c:v>
                </c:pt>
                <c:pt idx="18">
                  <c:v>0.02946</c:v>
                </c:pt>
                <c:pt idx="19">
                  <c:v>0.01978</c:v>
                </c:pt>
                <c:pt idx="20">
                  <c:v>0.01087</c:v>
                </c:pt>
                <c:pt idx="21">
                  <c:v>0.00849</c:v>
                </c:pt>
                <c:pt idx="22">
                  <c:v>0.00744</c:v>
                </c:pt>
                <c:pt idx="23">
                  <c:v>0.0051</c:v>
                </c:pt>
                <c:pt idx="24">
                  <c:v>0.00374</c:v>
                </c:pt>
                <c:pt idx="25">
                  <c:v>0.00192</c:v>
                </c:pt>
                <c:pt idx="26">
                  <c:v>0.00112</c:v>
                </c:pt>
                <c:pt idx="27">
                  <c:v>0.00101</c:v>
                </c:pt>
                <c:pt idx="28">
                  <c:v>0.00073</c:v>
                </c:pt>
                <c:pt idx="29">
                  <c:v>0.00066</c:v>
                </c:pt>
                <c:pt idx="30">
                  <c:v>0.0001</c:v>
                </c:pt>
                <c:pt idx="31">
                  <c:v>0.00031</c:v>
                </c:pt>
                <c:pt idx="32">
                  <c:v>0.00028</c:v>
                </c:pt>
                <c:pt idx="33">
                  <c:v>0.00021</c:v>
                </c:pt>
                <c:pt idx="34">
                  <c:v>0.0001</c:v>
                </c:pt>
                <c:pt idx="35">
                  <c:v>0.00017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0.10557</c:v>
                </c:pt>
                <c:pt idx="6">
                  <c:v>0.0737</c:v>
                </c:pt>
                <c:pt idx="7">
                  <c:v>0.05211</c:v>
                </c:pt>
                <c:pt idx="8">
                  <c:v>0.0564</c:v>
                </c:pt>
                <c:pt idx="9">
                  <c:v>0</c:v>
                </c:pt>
                <c:pt idx="10">
                  <c:v>0.05301</c:v>
                </c:pt>
                <c:pt idx="11">
                  <c:v>0.047</c:v>
                </c:pt>
                <c:pt idx="12">
                  <c:v>0.04215</c:v>
                </c:pt>
                <c:pt idx="13">
                  <c:v>0.03876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0.05441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92460839"/>
        <c:axId val="89660542"/>
      </c:barChart>
      <c:catAx>
        <c:axId val="92460839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9660542"/>
        <c:auto val="1"/>
        <c:lblAlgn val="ctr"/>
        <c:lblOffset val="100"/>
        <c:noMultiLvlLbl val="0"/>
      </c:catAx>
      <c:valAx>
        <c:axId val="89660542"/>
        <c:scaling>
          <c:orientation val="minMax"/>
          <c:max val="0.121532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92460839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0.00672</c:v>
                </c:pt>
                <c:pt idx="1">
                  <c:v>0.00455</c:v>
                </c:pt>
                <c:pt idx="2">
                  <c:v>0.01184</c:v>
                </c:pt>
                <c:pt idx="3">
                  <c:v>0.05165</c:v>
                </c:pt>
                <c:pt idx="4">
                  <c:v>0.08233</c:v>
                </c:pt>
                <c:pt idx="5">
                  <c:v>0.09328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0.04717</c:v>
                </c:pt>
                <c:pt idx="15">
                  <c:v>0.03939</c:v>
                </c:pt>
                <c:pt idx="16">
                  <c:v>0.03214</c:v>
                </c:pt>
                <c:pt idx="17">
                  <c:v>0.02819</c:v>
                </c:pt>
                <c:pt idx="18">
                  <c:v>0.01987</c:v>
                </c:pt>
                <c:pt idx="19">
                  <c:v>0.01617</c:v>
                </c:pt>
                <c:pt idx="20">
                  <c:v>0.0139</c:v>
                </c:pt>
                <c:pt idx="21">
                  <c:v>0.01173</c:v>
                </c:pt>
                <c:pt idx="22">
                  <c:v>0.00992</c:v>
                </c:pt>
                <c:pt idx="23">
                  <c:v>0.00842</c:v>
                </c:pt>
                <c:pt idx="24">
                  <c:v>0.00633</c:v>
                </c:pt>
                <c:pt idx="25">
                  <c:v>0.00572</c:v>
                </c:pt>
                <c:pt idx="26">
                  <c:v>0.00455</c:v>
                </c:pt>
                <c:pt idx="27">
                  <c:v>0.00437</c:v>
                </c:pt>
                <c:pt idx="28">
                  <c:v>0.00434</c:v>
                </c:pt>
                <c:pt idx="29">
                  <c:v>0.00345</c:v>
                </c:pt>
                <c:pt idx="30">
                  <c:v>0.00302</c:v>
                </c:pt>
                <c:pt idx="31">
                  <c:v>0.00238</c:v>
                </c:pt>
                <c:pt idx="32">
                  <c:v>0.00146</c:v>
                </c:pt>
                <c:pt idx="33">
                  <c:v>0.00142</c:v>
                </c:pt>
                <c:pt idx="34">
                  <c:v>0.00139</c:v>
                </c:pt>
                <c:pt idx="35">
                  <c:v>0.001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0.08123</c:v>
                </c:pt>
                <c:pt idx="7">
                  <c:v>0.06434</c:v>
                </c:pt>
                <c:pt idx="8">
                  <c:v>0.05759</c:v>
                </c:pt>
                <c:pt idx="9">
                  <c:v>0</c:v>
                </c:pt>
                <c:pt idx="10">
                  <c:v>0.05613</c:v>
                </c:pt>
                <c:pt idx="11">
                  <c:v>0.05791</c:v>
                </c:pt>
                <c:pt idx="12">
                  <c:v>0.05791</c:v>
                </c:pt>
                <c:pt idx="13">
                  <c:v>0.05272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0.05325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17173331"/>
        <c:axId val="28843074"/>
      </c:barChart>
      <c:catAx>
        <c:axId val="17173331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8843074"/>
        <c:auto val="1"/>
        <c:lblAlgn val="ctr"/>
        <c:lblOffset val="100"/>
        <c:noMultiLvlLbl val="0"/>
      </c:catAx>
      <c:valAx>
        <c:axId val="28843074"/>
        <c:scaling>
          <c:orientation val="minMax"/>
          <c:max val="0.100742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17173331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0.0154</c:v>
                </c:pt>
                <c:pt idx="1">
                  <c:v>0.02539</c:v>
                </c:pt>
                <c:pt idx="2">
                  <c:v>0.1159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0.04291</c:v>
                </c:pt>
                <c:pt idx="11">
                  <c:v>0.04079</c:v>
                </c:pt>
                <c:pt idx="12">
                  <c:v>0.04267</c:v>
                </c:pt>
                <c:pt idx="13">
                  <c:v>0.03268</c:v>
                </c:pt>
                <c:pt idx="14">
                  <c:v>0.0241</c:v>
                </c:pt>
                <c:pt idx="15">
                  <c:v>0.02116</c:v>
                </c:pt>
                <c:pt idx="16">
                  <c:v>0.01563</c:v>
                </c:pt>
                <c:pt idx="17">
                  <c:v>0.00694</c:v>
                </c:pt>
                <c:pt idx="18">
                  <c:v>0.00235</c:v>
                </c:pt>
                <c:pt idx="19">
                  <c:v>0.00153</c:v>
                </c:pt>
                <c:pt idx="20">
                  <c:v>0.00118</c:v>
                </c:pt>
                <c:pt idx="21">
                  <c:v>0.00047</c:v>
                </c:pt>
                <c:pt idx="22">
                  <c:v>0.00024</c:v>
                </c:pt>
                <c:pt idx="23">
                  <c:v>0</c:v>
                </c:pt>
                <c:pt idx="24">
                  <c:v>0.00012</c:v>
                </c:pt>
                <c:pt idx="25">
                  <c:v>0</c:v>
                </c:pt>
                <c:pt idx="26">
                  <c:v>0.00012</c:v>
                </c:pt>
                <c:pt idx="27">
                  <c:v>0</c:v>
                </c:pt>
                <c:pt idx="28">
                  <c:v>0.00012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0.17456</c:v>
                </c:pt>
                <c:pt idx="4">
                  <c:v>0.12378</c:v>
                </c:pt>
                <c:pt idx="5">
                  <c:v>0</c:v>
                </c:pt>
                <c:pt idx="6">
                  <c:v>0.04737</c:v>
                </c:pt>
                <c:pt idx="7">
                  <c:v>0.05396</c:v>
                </c:pt>
                <c:pt idx="8">
                  <c:v>0.04608</c:v>
                </c:pt>
                <c:pt idx="9">
                  <c:v>0.05525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0,07</c:v>
                </c:pt>
                <c:pt idx="1">
                  <c:v>0,20</c:v>
                </c:pt>
                <c:pt idx="2">
                  <c:v>0,33</c:v>
                </c:pt>
                <c:pt idx="3">
                  <c:v>0,46</c:v>
                </c:pt>
                <c:pt idx="4">
                  <c:v>0,59</c:v>
                </c:pt>
                <c:pt idx="5">
                  <c:v>0,72</c:v>
                </c:pt>
                <c:pt idx="6">
                  <c:v>0,85</c:v>
                </c:pt>
                <c:pt idx="7">
                  <c:v>0,98</c:v>
                </c:pt>
                <c:pt idx="8">
                  <c:v>1,11</c:v>
                </c:pt>
                <c:pt idx="9">
                  <c:v>1,24</c:v>
                </c:pt>
                <c:pt idx="10">
                  <c:v>1,37</c:v>
                </c:pt>
                <c:pt idx="11">
                  <c:v>1,50</c:v>
                </c:pt>
                <c:pt idx="12">
                  <c:v>1,63</c:v>
                </c:pt>
                <c:pt idx="13">
                  <c:v>1,76</c:v>
                </c:pt>
                <c:pt idx="14">
                  <c:v>1,90</c:v>
                </c:pt>
                <c:pt idx="15">
                  <c:v>2,03</c:v>
                </c:pt>
                <c:pt idx="16">
                  <c:v>2,16</c:v>
                </c:pt>
                <c:pt idx="17">
                  <c:v>2,29</c:v>
                </c:pt>
                <c:pt idx="18">
                  <c:v>2,42</c:v>
                </c:pt>
                <c:pt idx="19">
                  <c:v>2,55</c:v>
                </c:pt>
                <c:pt idx="20">
                  <c:v>2,68</c:v>
                </c:pt>
                <c:pt idx="21">
                  <c:v>2,81</c:v>
                </c:pt>
                <c:pt idx="22">
                  <c:v>2,94</c:v>
                </c:pt>
                <c:pt idx="23">
                  <c:v>3,07</c:v>
                </c:pt>
                <c:pt idx="24">
                  <c:v>3,20</c:v>
                </c:pt>
                <c:pt idx="25">
                  <c:v>3,33</c:v>
                </c:pt>
                <c:pt idx="26">
                  <c:v>3,46</c:v>
                </c:pt>
                <c:pt idx="27">
                  <c:v>3,59</c:v>
                </c:pt>
                <c:pt idx="28">
                  <c:v>3,72</c:v>
                </c:pt>
                <c:pt idx="29">
                  <c:v>3,85</c:v>
                </c:pt>
                <c:pt idx="30">
                  <c:v>3,98</c:v>
                </c:pt>
                <c:pt idx="31">
                  <c:v>4,11</c:v>
                </c:pt>
                <c:pt idx="32">
                  <c:v>4,24</c:v>
                </c:pt>
                <c:pt idx="33">
                  <c:v>4,37</c:v>
                </c:pt>
                <c:pt idx="34">
                  <c:v>4,50</c:v>
                </c:pt>
                <c:pt idx="35">
                  <c:v>4,63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0.06571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45323917"/>
        <c:axId val="53094830"/>
      </c:barChart>
      <c:catAx>
        <c:axId val="45323917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3094830"/>
        <c:auto val="1"/>
        <c:lblAlgn val="ctr"/>
        <c:lblOffset val="100"/>
        <c:noMultiLvlLbl val="0"/>
      </c:catAx>
      <c:valAx>
        <c:axId val="53094830"/>
        <c:scaling>
          <c:orientation val="minMax"/>
          <c:max val="0.188524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5323917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0.01603</c:v>
                </c:pt>
                <c:pt idx="1">
                  <c:v>0.01891</c:v>
                </c:pt>
                <c:pt idx="2">
                  <c:v>0.00578</c:v>
                </c:pt>
                <c:pt idx="3">
                  <c:v>0.01759</c:v>
                </c:pt>
                <c:pt idx="4">
                  <c:v>0.01531</c:v>
                </c:pt>
                <c:pt idx="5">
                  <c:v>0.01553</c:v>
                </c:pt>
                <c:pt idx="6">
                  <c:v>0.01732</c:v>
                </c:pt>
                <c:pt idx="7">
                  <c:v>0.02096</c:v>
                </c:pt>
                <c:pt idx="8">
                  <c:v>0.01993</c:v>
                </c:pt>
                <c:pt idx="9">
                  <c:v>0.01348</c:v>
                </c:pt>
                <c:pt idx="10">
                  <c:v>0.01698</c:v>
                </c:pt>
                <c:pt idx="11">
                  <c:v>0.01261</c:v>
                </c:pt>
                <c:pt idx="12">
                  <c:v>0.02162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0.06154</c:v>
                </c:pt>
                <c:pt idx="21">
                  <c:v>0.03948</c:v>
                </c:pt>
                <c:pt idx="22">
                  <c:v>0.02718</c:v>
                </c:pt>
                <c:pt idx="23">
                  <c:v>0.0134</c:v>
                </c:pt>
                <c:pt idx="24">
                  <c:v>0.0105</c:v>
                </c:pt>
                <c:pt idx="25">
                  <c:v>0.01067</c:v>
                </c:pt>
                <c:pt idx="26">
                  <c:v>0.01114</c:v>
                </c:pt>
                <c:pt idx="27">
                  <c:v>0.01077</c:v>
                </c:pt>
                <c:pt idx="28">
                  <c:v>0.01846</c:v>
                </c:pt>
                <c:pt idx="29">
                  <c:v>0.01027</c:v>
                </c:pt>
                <c:pt idx="30">
                  <c:v>0.00605</c:v>
                </c:pt>
                <c:pt idx="31">
                  <c:v>0.01073</c:v>
                </c:pt>
                <c:pt idx="32">
                  <c:v>0.00534</c:v>
                </c:pt>
                <c:pt idx="33">
                  <c:v>0.0162</c:v>
                </c:pt>
                <c:pt idx="34">
                  <c:v>0.00387</c:v>
                </c:pt>
                <c:pt idx="35">
                  <c:v>0.00458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0.02473</c:v>
                </c:pt>
                <c:pt idx="14">
                  <c:v>0.02581</c:v>
                </c:pt>
                <c:pt idx="15">
                  <c:v>0.0382</c:v>
                </c:pt>
                <c:pt idx="16">
                  <c:v>0.06767</c:v>
                </c:pt>
                <c:pt idx="17">
                  <c:v>0</c:v>
                </c:pt>
                <c:pt idx="18">
                  <c:v>0.11434</c:v>
                </c:pt>
                <c:pt idx="19">
                  <c:v>0.09075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0.10636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36162742"/>
        <c:axId val="49990770"/>
      </c:barChart>
      <c:catAx>
        <c:axId val="36162742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9990770"/>
        <c:auto val="1"/>
        <c:lblAlgn val="ctr"/>
        <c:lblOffset val="100"/>
        <c:noMultiLvlLbl val="0"/>
      </c:catAx>
      <c:valAx>
        <c:axId val="49990770"/>
        <c:scaling>
          <c:orientation val="minMax"/>
          <c:max val="0.123487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6162742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</c:v>
                </c:pt>
                <c:pt idx="1">
                  <c:v>9E-005</c:v>
                </c:pt>
                <c:pt idx="2">
                  <c:v>0.00042</c:v>
                </c:pt>
                <c:pt idx="3">
                  <c:v>0.00036</c:v>
                </c:pt>
                <c:pt idx="4">
                  <c:v>0.00027</c:v>
                </c:pt>
                <c:pt idx="5">
                  <c:v>0.00021</c:v>
                </c:pt>
                <c:pt idx="6">
                  <c:v>0.00024</c:v>
                </c:pt>
                <c:pt idx="7">
                  <c:v>0.00018</c:v>
                </c:pt>
                <c:pt idx="8">
                  <c:v>0.0003</c:v>
                </c:pt>
                <c:pt idx="9">
                  <c:v>0.00021</c:v>
                </c:pt>
                <c:pt idx="10">
                  <c:v>0.00024</c:v>
                </c:pt>
                <c:pt idx="11">
                  <c:v>0.00048</c:v>
                </c:pt>
                <c:pt idx="12">
                  <c:v>0.00087</c:v>
                </c:pt>
                <c:pt idx="13">
                  <c:v>0.00436</c:v>
                </c:pt>
                <c:pt idx="14">
                  <c:v>0.03593</c:v>
                </c:pt>
                <c:pt idx="15">
                  <c:v>0.05412</c:v>
                </c:pt>
                <c:pt idx="16">
                  <c:v>0.13803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0.11969</c:v>
                </c:pt>
                <c:pt idx="21">
                  <c:v>0.04916</c:v>
                </c:pt>
                <c:pt idx="22">
                  <c:v>0.00803</c:v>
                </c:pt>
                <c:pt idx="23">
                  <c:v>0.00565</c:v>
                </c:pt>
                <c:pt idx="24">
                  <c:v>0.00225</c:v>
                </c:pt>
                <c:pt idx="25">
                  <c:v>9E-005</c:v>
                </c:pt>
                <c:pt idx="26">
                  <c:v>3E-005</c:v>
                </c:pt>
                <c:pt idx="27">
                  <c:v>9E-005</c:v>
                </c:pt>
                <c:pt idx="28">
                  <c:v>0.00018</c:v>
                </c:pt>
                <c:pt idx="29">
                  <c:v>3E-005</c:v>
                </c:pt>
                <c:pt idx="30">
                  <c:v>0</c:v>
                </c:pt>
                <c:pt idx="31">
                  <c:v>3E-005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0.19068</c:v>
                </c:pt>
                <c:pt idx="18">
                  <c:v>0</c:v>
                </c:pt>
                <c:pt idx="19">
                  <c:v>0.18704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0.20072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54531157"/>
        <c:axId val="83727569"/>
      </c:barChart>
      <c:catAx>
        <c:axId val="54531157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3727569"/>
        <c:auto val="1"/>
        <c:lblAlgn val="ctr"/>
        <c:lblOffset val="100"/>
        <c:noMultiLvlLbl val="0"/>
      </c:catAx>
      <c:valAx>
        <c:axId val="83727569"/>
        <c:scaling>
          <c:orientation val="minMax"/>
          <c:max val="0.216777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4531157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6E-005</c:v>
                </c:pt>
                <c:pt idx="1">
                  <c:v>0.0001</c:v>
                </c:pt>
                <c:pt idx="2">
                  <c:v>0.00086</c:v>
                </c:pt>
                <c:pt idx="3">
                  <c:v>0.00019</c:v>
                </c:pt>
                <c:pt idx="4">
                  <c:v>0.0001</c:v>
                </c:pt>
                <c:pt idx="5">
                  <c:v>6E-005</c:v>
                </c:pt>
                <c:pt idx="6">
                  <c:v>0.00057</c:v>
                </c:pt>
                <c:pt idx="7">
                  <c:v>0.00268</c:v>
                </c:pt>
                <c:pt idx="8">
                  <c:v>0.00268</c:v>
                </c:pt>
                <c:pt idx="9">
                  <c:v>0.0022</c:v>
                </c:pt>
                <c:pt idx="10">
                  <c:v>0.0038</c:v>
                </c:pt>
                <c:pt idx="11">
                  <c:v>0.00421</c:v>
                </c:pt>
                <c:pt idx="12">
                  <c:v>0.00887</c:v>
                </c:pt>
                <c:pt idx="13">
                  <c:v>0.02072</c:v>
                </c:pt>
                <c:pt idx="14">
                  <c:v>0.03882</c:v>
                </c:pt>
                <c:pt idx="15">
                  <c:v>0.04597</c:v>
                </c:pt>
                <c:pt idx="16">
                  <c:v>0.08974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0.06292</c:v>
                </c:pt>
                <c:pt idx="22">
                  <c:v>0.05082</c:v>
                </c:pt>
                <c:pt idx="23">
                  <c:v>0.04163</c:v>
                </c:pt>
                <c:pt idx="24">
                  <c:v>0.04109</c:v>
                </c:pt>
                <c:pt idx="25">
                  <c:v>0.02844</c:v>
                </c:pt>
                <c:pt idx="26">
                  <c:v>0.01245</c:v>
                </c:pt>
                <c:pt idx="27">
                  <c:v>0.00715</c:v>
                </c:pt>
                <c:pt idx="28">
                  <c:v>0.00351</c:v>
                </c:pt>
                <c:pt idx="29">
                  <c:v>0.00243</c:v>
                </c:pt>
                <c:pt idx="30">
                  <c:v>0.00128</c:v>
                </c:pt>
                <c:pt idx="31">
                  <c:v>0.00086</c:v>
                </c:pt>
                <c:pt idx="32">
                  <c:v>0.00061</c:v>
                </c:pt>
                <c:pt idx="33">
                  <c:v>0.00022</c:v>
                </c:pt>
                <c:pt idx="34">
                  <c:v>0.00048</c:v>
                </c:pt>
                <c:pt idx="35">
                  <c:v>0.00016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0.11719</c:v>
                </c:pt>
                <c:pt idx="18">
                  <c:v>0.14372</c:v>
                </c:pt>
                <c:pt idx="19">
                  <c:v>0</c:v>
                </c:pt>
                <c:pt idx="20">
                  <c:v>0.11231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0.15075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31132113"/>
        <c:axId val="91322131"/>
      </c:barChart>
      <c:catAx>
        <c:axId val="3113211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91322131"/>
        <c:auto val="1"/>
        <c:lblAlgn val="ctr"/>
        <c:lblOffset val="100"/>
        <c:noMultiLvlLbl val="0"/>
      </c:catAx>
      <c:valAx>
        <c:axId val="91322131"/>
        <c:scaling>
          <c:orientation val="minMax"/>
          <c:max val="0.16281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113211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</c:v>
                </c:pt>
                <c:pt idx="1">
                  <c:v>0.0001</c:v>
                </c:pt>
                <c:pt idx="2">
                  <c:v>0.00017</c:v>
                </c:pt>
                <c:pt idx="3">
                  <c:v>0.00031</c:v>
                </c:pt>
                <c:pt idx="4">
                  <c:v>0.00049</c:v>
                </c:pt>
                <c:pt idx="5">
                  <c:v>0.00084</c:v>
                </c:pt>
                <c:pt idx="6">
                  <c:v>0.00087</c:v>
                </c:pt>
                <c:pt idx="7">
                  <c:v>0.00126</c:v>
                </c:pt>
                <c:pt idx="8">
                  <c:v>0.00199</c:v>
                </c:pt>
                <c:pt idx="9">
                  <c:v>0.0021</c:v>
                </c:pt>
                <c:pt idx="10">
                  <c:v>0.00245</c:v>
                </c:pt>
                <c:pt idx="11">
                  <c:v>0.00349</c:v>
                </c:pt>
                <c:pt idx="12">
                  <c:v>0.00608</c:v>
                </c:pt>
                <c:pt idx="13">
                  <c:v>0.01297</c:v>
                </c:pt>
                <c:pt idx="14">
                  <c:v>0.02174</c:v>
                </c:pt>
                <c:pt idx="15">
                  <c:v>0.06339</c:v>
                </c:pt>
                <c:pt idx="16">
                  <c:v>0.1257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0.09519</c:v>
                </c:pt>
                <c:pt idx="22">
                  <c:v>0.04243</c:v>
                </c:pt>
                <c:pt idx="23">
                  <c:v>0.02499</c:v>
                </c:pt>
                <c:pt idx="24">
                  <c:v>0.01541</c:v>
                </c:pt>
                <c:pt idx="25">
                  <c:v>0.00636</c:v>
                </c:pt>
                <c:pt idx="26">
                  <c:v>0.00238</c:v>
                </c:pt>
                <c:pt idx="27">
                  <c:v>0.00052</c:v>
                </c:pt>
                <c:pt idx="28">
                  <c:v>0.00035</c:v>
                </c:pt>
                <c:pt idx="29">
                  <c:v>0.00021</c:v>
                </c:pt>
                <c:pt idx="30">
                  <c:v>0.0001</c:v>
                </c:pt>
                <c:pt idx="31">
                  <c:v>0.00017</c:v>
                </c:pt>
                <c:pt idx="32">
                  <c:v>0.00031</c:v>
                </c:pt>
                <c:pt idx="33">
                  <c:v>0.00101</c:v>
                </c:pt>
                <c:pt idx="34">
                  <c:v>0.00049</c:v>
                </c:pt>
                <c:pt idx="35">
                  <c:v>0.00035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0.13975</c:v>
                </c:pt>
                <c:pt idx="18">
                  <c:v>0</c:v>
                </c:pt>
                <c:pt idx="19">
                  <c:v>0.13381</c:v>
                </c:pt>
                <c:pt idx="20">
                  <c:v>0.15974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0.13238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95466534"/>
        <c:axId val="32261253"/>
      </c:barChart>
      <c:catAx>
        <c:axId val="95466534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2261253"/>
        <c:auto val="1"/>
        <c:lblAlgn val="ctr"/>
        <c:lblOffset val="100"/>
        <c:noMultiLvlLbl val="0"/>
      </c:catAx>
      <c:valAx>
        <c:axId val="32261253"/>
        <c:scaling>
          <c:orientation val="minMax"/>
          <c:max val="0.1725192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95466534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7E-005</c:v>
                </c:pt>
                <c:pt idx="1">
                  <c:v>0.00018</c:v>
                </c:pt>
                <c:pt idx="2">
                  <c:v>0.00028</c:v>
                </c:pt>
                <c:pt idx="3">
                  <c:v>0.00018</c:v>
                </c:pt>
                <c:pt idx="4">
                  <c:v>0.00011</c:v>
                </c:pt>
                <c:pt idx="5">
                  <c:v>0.00025</c:v>
                </c:pt>
                <c:pt idx="6">
                  <c:v>0.00046</c:v>
                </c:pt>
                <c:pt idx="7">
                  <c:v>0.00046</c:v>
                </c:pt>
                <c:pt idx="8">
                  <c:v>0.00078</c:v>
                </c:pt>
                <c:pt idx="9">
                  <c:v>0.00117</c:v>
                </c:pt>
                <c:pt idx="10">
                  <c:v>0.00174</c:v>
                </c:pt>
                <c:pt idx="11">
                  <c:v>0.00238</c:v>
                </c:pt>
                <c:pt idx="12">
                  <c:v>0.00526</c:v>
                </c:pt>
                <c:pt idx="13">
                  <c:v>0.01337</c:v>
                </c:pt>
                <c:pt idx="14">
                  <c:v>0.03544</c:v>
                </c:pt>
                <c:pt idx="15">
                  <c:v>0.07074</c:v>
                </c:pt>
                <c:pt idx="16">
                  <c:v>0.1353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0.15431</c:v>
                </c:pt>
                <c:pt idx="21">
                  <c:v>0.09758</c:v>
                </c:pt>
                <c:pt idx="22">
                  <c:v>0.03676</c:v>
                </c:pt>
                <c:pt idx="23">
                  <c:v>0.00931</c:v>
                </c:pt>
                <c:pt idx="24">
                  <c:v>0.00263</c:v>
                </c:pt>
                <c:pt idx="25">
                  <c:v>0.00196</c:v>
                </c:pt>
                <c:pt idx="26">
                  <c:v>0.00082</c:v>
                </c:pt>
                <c:pt idx="27">
                  <c:v>0.00036</c:v>
                </c:pt>
                <c:pt idx="28">
                  <c:v>0.00018</c:v>
                </c:pt>
                <c:pt idx="29">
                  <c:v>0.00025</c:v>
                </c:pt>
                <c:pt idx="30">
                  <c:v>0</c:v>
                </c:pt>
                <c:pt idx="31">
                  <c:v>7E-005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0.15079</c:v>
                </c:pt>
                <c:pt idx="18">
                  <c:v>0</c:v>
                </c:pt>
                <c:pt idx="19">
                  <c:v>0.13028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0.14621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56211871"/>
        <c:axId val="68090786"/>
      </c:barChart>
      <c:catAx>
        <c:axId val="56211871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8090786"/>
        <c:auto val="1"/>
        <c:lblAlgn val="ctr"/>
        <c:lblOffset val="100"/>
        <c:noMultiLvlLbl val="0"/>
      </c:catAx>
      <c:valAx>
        <c:axId val="68090786"/>
        <c:scaling>
          <c:orientation val="minMax"/>
          <c:max val="0.166654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56211871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201068974293713"/>
          <c:y val="0.0299776286353468"/>
          <c:w val="0.959786205141257"/>
          <c:h val="0.93959731543624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вне</c:v>
                </c:pt>
              </c:strCache>
            </c:strRef>
          </c:tx>
          <c:spPr>
            <a:solidFill>
              <a:srgbClr val="C8D8D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6"/>
                <c:pt idx="0">
                  <c:v>0.00012</c:v>
                </c:pt>
                <c:pt idx="1">
                  <c:v>0</c:v>
                </c:pt>
                <c:pt idx="2">
                  <c:v>0.00047</c:v>
                </c:pt>
                <c:pt idx="3">
                  <c:v>0.00118</c:v>
                </c:pt>
                <c:pt idx="4">
                  <c:v>0.00047</c:v>
                </c:pt>
                <c:pt idx="5">
                  <c:v>0.00035</c:v>
                </c:pt>
                <c:pt idx="6">
                  <c:v>0.00071</c:v>
                </c:pt>
                <c:pt idx="7">
                  <c:v>0.00024</c:v>
                </c:pt>
                <c:pt idx="8">
                  <c:v>0.00012</c:v>
                </c:pt>
                <c:pt idx="9">
                  <c:v>0.00024</c:v>
                </c:pt>
                <c:pt idx="10">
                  <c:v>0.00012</c:v>
                </c:pt>
                <c:pt idx="11">
                  <c:v>0.00012</c:v>
                </c:pt>
                <c:pt idx="12">
                  <c:v>0.00024</c:v>
                </c:pt>
                <c:pt idx="13">
                  <c:v>0.00012</c:v>
                </c:pt>
                <c:pt idx="14">
                  <c:v>0.00012</c:v>
                </c:pt>
                <c:pt idx="15">
                  <c:v>0.01904</c:v>
                </c:pt>
                <c:pt idx="16">
                  <c:v>0.01693</c:v>
                </c:pt>
                <c:pt idx="17">
                  <c:v>0.00153</c:v>
                </c:pt>
                <c:pt idx="18">
                  <c:v>0.01234</c:v>
                </c:pt>
                <c:pt idx="19">
                  <c:v>0.00788</c:v>
                </c:pt>
                <c:pt idx="20">
                  <c:v>0.02692</c:v>
                </c:pt>
                <c:pt idx="21">
                  <c:v>0.09263</c:v>
                </c:pt>
                <c:pt idx="22">
                  <c:v>0.08299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0.09698</c:v>
                </c:pt>
                <c:pt idx="31">
                  <c:v>0.08663</c:v>
                </c:pt>
                <c:pt idx="32">
                  <c:v>0.04443</c:v>
                </c:pt>
                <c:pt idx="33">
                  <c:v>0.01105</c:v>
                </c:pt>
                <c:pt idx="34">
                  <c:v>0.00223</c:v>
                </c:pt>
                <c:pt idx="35">
                  <c:v>0.00212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25–75 %</c:v>
                </c:pt>
              </c:strCache>
            </c:strRef>
          </c:tx>
          <c:spPr>
            <a:solidFill>
              <a:srgbClr val="E9A23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0.06935</c:v>
                </c:pt>
                <c:pt idx="24">
                  <c:v>0.10521</c:v>
                </c:pt>
                <c:pt idx="25">
                  <c:v>0</c:v>
                </c:pt>
                <c:pt idx="26">
                  <c:v>0.04314</c:v>
                </c:pt>
                <c:pt idx="27">
                  <c:v>0.04867</c:v>
                </c:pt>
                <c:pt idx="28">
                  <c:v>0.0422</c:v>
                </c:pt>
                <c:pt idx="29">
                  <c:v>0.04514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медиана</c:v>
                </c:pt>
              </c:strCache>
            </c:strRef>
          </c:tx>
          <c:spPr>
            <a:solidFill>
              <a:srgbClr val="1B2333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6"/>
                <c:pt idx="0">
                  <c:v>13,15</c:v>
                </c:pt>
                <c:pt idx="1">
                  <c:v>17,41</c:v>
                </c:pt>
                <c:pt idx="2">
                  <c:v>21,66</c:v>
                </c:pt>
                <c:pt idx="3">
                  <c:v>25,91</c:v>
                </c:pt>
                <c:pt idx="4">
                  <c:v>30,17</c:v>
                </c:pt>
                <c:pt idx="5">
                  <c:v>34,42</c:v>
                </c:pt>
                <c:pt idx="6">
                  <c:v>38,67</c:v>
                </c:pt>
                <c:pt idx="7">
                  <c:v>42,93</c:v>
                </c:pt>
                <c:pt idx="8">
                  <c:v>47,18</c:v>
                </c:pt>
                <c:pt idx="9">
                  <c:v>51,43</c:v>
                </c:pt>
                <c:pt idx="10">
                  <c:v>55,69</c:v>
                </c:pt>
                <c:pt idx="11">
                  <c:v>59,94</c:v>
                </c:pt>
                <c:pt idx="12">
                  <c:v>64,19</c:v>
                </c:pt>
                <c:pt idx="13">
                  <c:v>68,45</c:v>
                </c:pt>
                <c:pt idx="14">
                  <c:v>72,70</c:v>
                </c:pt>
                <c:pt idx="15">
                  <c:v>76,95</c:v>
                </c:pt>
                <c:pt idx="16">
                  <c:v>81,21</c:v>
                </c:pt>
                <c:pt idx="17">
                  <c:v>85,46</c:v>
                </c:pt>
                <c:pt idx="18">
                  <c:v>89,71</c:v>
                </c:pt>
                <c:pt idx="19">
                  <c:v>93,97</c:v>
                </c:pt>
                <c:pt idx="20">
                  <c:v>98,22</c:v>
                </c:pt>
                <c:pt idx="21">
                  <c:v>102,47</c:v>
                </c:pt>
                <c:pt idx="22">
                  <c:v>106,73</c:v>
                </c:pt>
                <c:pt idx="23">
                  <c:v>110,98</c:v>
                </c:pt>
                <c:pt idx="24">
                  <c:v>115,23</c:v>
                </c:pt>
                <c:pt idx="25">
                  <c:v>119,49</c:v>
                </c:pt>
                <c:pt idx="26">
                  <c:v>123,74</c:v>
                </c:pt>
                <c:pt idx="27">
                  <c:v>127,99</c:v>
                </c:pt>
                <c:pt idx="28">
                  <c:v>132,25</c:v>
                </c:pt>
                <c:pt idx="29">
                  <c:v>136,50</c:v>
                </c:pt>
                <c:pt idx="30">
                  <c:v>140,75</c:v>
                </c:pt>
                <c:pt idx="31">
                  <c:v>145,01</c:v>
                </c:pt>
                <c:pt idx="32">
                  <c:v>149,26</c:v>
                </c:pt>
                <c:pt idx="33">
                  <c:v>153,51</c:v>
                </c:pt>
                <c:pt idx="34">
                  <c:v>157,77</c:v>
                </c:pt>
                <c:pt idx="35">
                  <c:v>162,02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0.07782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</c:ser>
        <c:gapWidth val="10"/>
        <c:overlap val="100"/>
        <c:axId val="74591993"/>
        <c:axId val="10503053"/>
      </c:barChart>
      <c:catAx>
        <c:axId val="74591993"/>
        <c:scaling>
          <c:orientation val="minMax"/>
        </c:scaling>
        <c:delete val="1"/>
        <c:axPos val="b"/>
        <c:numFmt formatCode="[$-819]dd/mm/yyyy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10503053"/>
        <c:auto val="1"/>
        <c:lblAlgn val="ctr"/>
        <c:lblOffset val="100"/>
        <c:noMultiLvlLbl val="0"/>
      </c:catAx>
      <c:valAx>
        <c:axId val="10503053"/>
        <c:scaling>
          <c:orientation val="minMax"/>
          <c:max val="0.113626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7459199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Прежняя модель</c:v>
                </c:pt>
              </c:strCache>
            </c:strRef>
          </c:tx>
          <c:spPr>
            <a:solidFill>
              <a:srgbClr val="B8BFCC"/>
            </a:solidFill>
            <a:ln w="0">
              <a:noFill/>
            </a:ln>
          </c:spPr>
          <c:invertIfNegative val="0"/>
          <c:dLbls>
            <c:numFmt formatCode="0%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Велосипед · карман</c:v>
                </c:pt>
                <c:pt idx="1">
                  <c:v>Ходьба · карман</c:v>
                </c:pt>
                <c:pt idx="2">
                  <c:v>Подъём · карман</c:v>
                </c:pt>
                <c:pt idx="3">
                  <c:v>Спуск · карман</c:v>
                </c:pt>
                <c:pt idx="4">
                  <c:v>Покой · рука</c:v>
                </c:pt>
                <c:pt idx="5">
                  <c:v>Ходьба · рука</c:v>
                </c:pt>
                <c:pt idx="6">
                  <c:v>Подъём · рука</c:v>
                </c:pt>
                <c:pt idx="7">
                  <c:v>Покой · стол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8"/>
                <c:pt idx="0">
                  <c:v>0.99</c:v>
                </c:pt>
                <c:pt idx="1">
                  <c:v>0.36</c:v>
                </c:pt>
                <c:pt idx="2">
                  <c:v>0</c:v>
                </c:pt>
                <c:pt idx="3">
                  <c:v>0.3</c:v>
                </c:pt>
                <c:pt idx="4">
                  <c:v>1</c:v>
                </c:pt>
                <c:pt idx="5">
                  <c:v>1</c:v>
                </c:pt>
                <c:pt idx="6">
                  <c:v>0</c:v>
                </c:pt>
                <c:pt idx="7">
                  <c:v>0.95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Текущая модель</c:v>
                </c:pt>
              </c:strCache>
            </c:strRef>
          </c:tx>
          <c:spPr>
            <a:solidFill>
              <a:srgbClr val="00696E"/>
            </a:solidFill>
            <a:ln w="0">
              <a:noFill/>
            </a:ln>
          </c:spPr>
          <c:invertIfNegative val="0"/>
          <c:dLbls>
            <c:numFmt formatCode="0%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333"/>
                    </a:solidFill>
                    <a:uFillTx/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Велосипед · карман</c:v>
                </c:pt>
                <c:pt idx="1">
                  <c:v>Ходьба · карман</c:v>
                </c:pt>
                <c:pt idx="2">
                  <c:v>Подъём · карман</c:v>
                </c:pt>
                <c:pt idx="3">
                  <c:v>Спуск · карман</c:v>
                </c:pt>
                <c:pt idx="4">
                  <c:v>Покой · рука</c:v>
                </c:pt>
                <c:pt idx="5">
                  <c:v>Ходьба · рука</c:v>
                </c:pt>
                <c:pt idx="6">
                  <c:v>Подъём · рука</c:v>
                </c:pt>
                <c:pt idx="7">
                  <c:v>Покой · стол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8"/>
                <c:pt idx="0">
                  <c:v>0.97</c:v>
                </c:pt>
                <c:pt idx="1">
                  <c:v>0.98</c:v>
                </c:pt>
                <c:pt idx="2">
                  <c:v>0.95</c:v>
                </c:pt>
                <c:pt idx="3">
                  <c:v>0.97</c:v>
                </c:pt>
                <c:pt idx="4">
                  <c:v>1</c:v>
                </c:pt>
                <c:pt idx="5">
                  <c:v>0.35</c:v>
                </c:pt>
                <c:pt idx="6">
                  <c:v>0.64</c:v>
                </c:pt>
                <c:pt idx="7">
                  <c:v>1</c:v>
                </c:pt>
              </c:numCache>
            </c:numRef>
          </c:val>
        </c:ser>
        <c:gapWidth val="35"/>
        <c:overlap val="0"/>
        <c:axId val="66312754"/>
        <c:axId val="8845571"/>
      </c:barChart>
      <c:catAx>
        <c:axId val="66312754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C9CFD9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8845571"/>
        <c:crosses val="autoZero"/>
        <c:auto val="1"/>
        <c:lblAlgn val="ctr"/>
        <c:lblOffset val="100"/>
        <c:noMultiLvlLbl val="0"/>
      </c:catAx>
      <c:valAx>
        <c:axId val="8845571"/>
        <c:scaling>
          <c:orientation val="minMax"/>
          <c:max val="1.15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12600">
            <a:noFill/>
          </a:ln>
        </c:spPr>
        <c:txPr>
          <a:bodyPr/>
          <a:lstStyle/>
          <a:p>
            <a:pPr>
              <a:defRPr sz="1000" b="0" u="none" strike="noStrike">
                <a:solidFill>
                  <a:srgbClr val="5B6475"/>
                </a:solidFill>
                <a:uFillTx/>
                <a:latin typeface="Segoe UI"/>
              </a:defRPr>
            </a:pPr>
          </a:p>
        </c:txPr>
        <c:crossAx val="66312754"/>
        <c:crossBetween val="between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sz="1100" b="0" u="none" strike="noStrike">
              <a:solidFill>
                <a:srgbClr val="5B6475"/>
              </a:solidFill>
              <a:uFillTx/>
              <a:latin typeface="Segoe U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5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6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7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8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9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0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5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6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7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8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19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0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5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6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7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8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9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0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5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6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7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8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9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0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ru-MD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Для перемещения страницы щёлкните мышью</a:t>
            </a:r>
            <a:endParaRPr lang="ru-MD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MD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MD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MD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MD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MD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MD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MD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C38723D-D026-422A-A1A8-62BA53CF5269}" type="slidenum">
              <a:rPr lang="ru-MD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ru-MD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Задача — распознать, что делает человек, по датчикам телефона в реальном времени и на самом устройстве. Ключевая идея работы: сначала определяется, где находится телефон, а затем активность — с учётом положения.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3C20C3-FEA5-44EB-9317-4EB0F041C3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Источники трудности: неизвестная ориентация телефона, влияние положения на сигнал, сходство ходьбы и лестницы и разброс между людьми. Поэтому оцениваем только на новых людях.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B8FB0C-8339-49C8-B164-CC9BDCC172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Пять сенсоров смартфона. Акселерометр и гироскоп запрашиваются на 100 Гц, но события приходят с плавающим интервалом, поэтому всё приводится к сетке 50 Гц. Свет и приближение приходят только при изменении значения — это единицы отсчётов в секунду и реже; датчик приближения фактически бинарный. При 50 Гц один шаг — около 27 отсчётов: ритм шага хорошо виден, а короткий удар стопы о пол попадает в один-три отсчёта, и его амплитуда измеряется неточно.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189098-4B63-47A6-B9F4-02E71482E7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Системные решения есть на обеих платформах: Activity Recognition API в Android и Core Motion в iOS. Они распознают крупные классы — покой, ходьбу или бег, велосипед, транспорт, — но модели закрыты, положение телефона не учитывается, а лестница по движению не распознаётся: этажи считают по барометру, и только там, где он есть. Приложения здоровья опираются на эти же механизмы и дают итоги за интервалы.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DE6C69-71A5-49DE-8A7E-95085FAB51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 литературе четыре основных подхода. Пороговые правила — основа шагомеров. Классическое машинное обучение на признаках окна даёт высокую точность на UCI HAR, но там телефон закреплён на поясе в одной ориентации. Глубокие сети по сырому сигналу сами извлекают форму движения, но обычно обучаются на закреплённых датчиках. Учёт места ношения — сначала место датчика, затем активность — ближе всего к нашей идее, но использует закреплённые датчики. Мы переносим эту идею на телефон в кармане или в руке: сеть не зависит от ориентации, а положение определяется по сенсорам самого телефона.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9B85F0-E5DB-4DDA-92EC-78BD47E998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Главная проблема — в ограничениях самого телефона. Датчиков мало: один инерциальный блок вместо нескольких на теле, грубые свет и приближение, ненадёжный рядом с металлом магнитометр. И частота дискретизации низкая: 50 Гц, а свет и приближение — только при изменении. Удар стопы — один-три отсчёта. Значит, решение нельзя принимать по отдельным отсчётам — нужен интервал, в который попадает несколько шагов.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25B8D0-08AB-49DA-916D-7DFF94DE93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Решение проблемы низкой частоты — оконная обработка. Сигнал режется на окна по 128 отсчётов, это 2,56 секунды: при обычном темпе ходьбы в окно попадает четыре-пять шагов. Соседние окна перекрываются наполовину, поэтому решение обновляется каждые 1,28 секунды. По окну считаются устойчивые статистики и спектр — разрешение 0,39 Гц, уточняется интерполяцией пика, — а нейросеть видит форму всех шагов окна целиком. Перед нарезкой все датчики приводятся к сетке 50 Гц, а тяжесть отделяется фильтром нижних частот.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E318DA-55FB-4410-B6AF-9824BFE652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Положение определяет небольшая полносвязная сеть по 16 признакам окна: приближение, свет, направление тяжести и статистики движения. После неё — три группы физических правил. Карман — это темно и датчик закрыт. Ухо отличается от кармана позой: датчик закрыт, а экран стоит вертикально; по свету их не различить, у уха световой датчик закрыт головой. Стол отличается от руки дрожью: рука дрожит даже в покое.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6AFEBA-14B7-49F4-BA0A-8943FA9451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Реальное окно: спуск по лестнице с телефоном в руке, 18 октября. В сигнале видны удары о ступени. Модель положения уверенно отдаёт «в руке», модель активности — «лестница вниз», 98 %. Проверки согласуются: спуск с телефоном в руке совместим, темп ниже порога бега, шаговый ритм есть.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79C1B5-41F0-4F3D-BA5E-DAECA4AE7C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Открытые наборы дают разнообразие людей и мест на теле; собственные записи — телефон в руке, на столе, в темноте и именно этот датчик. Всего 185 439 окон. Все источники приведены к 50 Гц, ускорению в м/с² с тяжестью и осям Android.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DCEDDB-860F-4A5C-8C72-70B885C29E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Здесь вместо одного числа — распределение признака по всем окнам класса. Шкала общая для строки, поэтому гистограммы разных классов можно сравнивать глазами. Амплитуда: у покоя — почти ноль, у бега — самая высокая, спуск ударнее ходьбы и подъёма. Частота главного пика — это темп шага: у бега около 2,7 Гц, у подъёма ниже, чем у ходьбы; у покоя пика нет — распределение размазано по всей полосе, это шум. Мощность пика у велосипеда втрое ниже, чем у ходьбы: педалирование менее ударное.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587B07-A1BD-4233-BDDE-86B2D265C4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Спектральная энтропия низкая у ритмичных движений — у бега энергия собрана в одном пике, у покоя и велосипеда спектр размыт. Вращение повторяет амплитуду. Наклон у велосипеда сдвинут примерно к 120° — это след условий записи, а не физика педалирования, поэтому при обучении окна поворачиваются.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249412-F52D-4812-9B27-5595AA409C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89,4 % на людях, которых модель не видела, средняя полнота по классам 90,8 %. Основная ошибка — ходьба, принятая за лестницу: тот же темп, амплитуды перекрываются.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3F8D8A-237E-4260-872E-6E8B280840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каждого дня записей модель обучается без этого дня и проверяется на нём TFLite-файлом. Ходьба и лестница в кармане выросли до 95–98 %; слабое место — ходьба с телефоном в руке.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F7561E-847F-4AF8-962F-0653F738BB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Всё работает на телефоне: решение каждые 1,28 с, модели около двух мегабайт, передний сервис и автозапуск, журнал каждого окна и объяснение решения на экране.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9F464D-BA23-4D86-B006-1636DF03DC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Ссылки на открытые наборы данных и русскоязычные источники по методам: нейронные сети и глубокое обучение, цифровая обработка сигналов, инерциальная навигация и анализ походки.</a:t>
            </a:r>
            <a:endParaRPr lang="ru-MD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226A09-4B3A-4986-B711-6D31E0D26B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MD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ru-MD" sz="3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ru-MD" sz="3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Для правки текста заглавия щёлкните мышью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Для правки структуры щёлкните мышью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743040" lvl="1" indent="-28584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Второй уровень структуры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1430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Третий уровень структуры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6002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Четвёртый уровень структуры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0574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Пятый уровень структуры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146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Шестой уровень структуры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9718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5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Седьмой уровень структуры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316CB8-9857-49E7-A051-18C02C98F85D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48640" y="1554480"/>
            <a:ext cx="10606680" cy="2102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ru-MD" sz="38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ru-MD" sz="3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Для правки текста заглавия щёлкните мышью</a:t>
            </a:r>
            <a:endParaRPr lang="ru-MD" sz="3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48640" y="3840480"/>
            <a:ext cx="9600840" cy="1096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Для правки структуры щёлкните мышью</a:t>
            </a:r>
            <a:endParaRPr lang="ru-MD" sz="17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743040" lvl="1" indent="-28584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Второй уровень структуры</a:t>
            </a:r>
            <a:endParaRPr lang="ru-MD" sz="17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1430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Третий уровень структуры</a:t>
            </a:r>
            <a:endParaRPr lang="ru-MD" sz="17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6002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Четвёртый уровень структуры</a:t>
            </a:r>
            <a:endParaRPr lang="ru-MD" sz="17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0574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Пятый уровень структуры</a:t>
            </a:r>
            <a:endParaRPr lang="ru-MD" sz="17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146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Шестой уровень структуры</a:t>
            </a:r>
            <a:endParaRPr lang="ru-MD" sz="17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9718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MD" sz="17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Седьмой уровень структуры</a:t>
            </a:r>
            <a:endParaRPr lang="ru-MD" sz="17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image" Target="../media/image2.png"/><Relationship Id="rId4" Type="http://schemas.openxmlformats.org/officeDocument/2006/relationships/chart" Target="../charts/chart5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3.png"/><Relationship Id="rId8" Type="http://schemas.openxmlformats.org/officeDocument/2006/relationships/image" Target="../media/image13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chart" Target="../charts/chart11.xml"/><Relationship Id="rId12" Type="http://schemas.openxmlformats.org/officeDocument/2006/relationships/chart" Target="../charts/chart12.xml"/><Relationship Id="rId13" Type="http://schemas.openxmlformats.org/officeDocument/2006/relationships/chart" Target="../charts/chart13.xml"/><Relationship Id="rId14" Type="http://schemas.openxmlformats.org/officeDocument/2006/relationships/chart" Target="../charts/chart14.xml"/><Relationship Id="rId15" Type="http://schemas.openxmlformats.org/officeDocument/2006/relationships/chart" Target="../charts/chart15.xml"/><Relationship Id="rId16" Type="http://schemas.openxmlformats.org/officeDocument/2006/relationships/chart" Target="../charts/chart16.xml"/><Relationship Id="rId17" Type="http://schemas.openxmlformats.org/officeDocument/2006/relationships/chart" Target="../charts/chart17.xml"/><Relationship Id="rId18" Type="http://schemas.openxmlformats.org/officeDocument/2006/relationships/chart" Target="../charts/chart18.xml"/><Relationship Id="rId19" Type="http://schemas.openxmlformats.org/officeDocument/2006/relationships/chart" Target="../charts/chart19.xml"/><Relationship Id="rId20" Type="http://schemas.openxmlformats.org/officeDocument/2006/relationships/chart" Target="../charts/chart20.xml"/><Relationship Id="rId21" Type="http://schemas.openxmlformats.org/officeDocument/2006/relationships/chart" Target="../charts/chart21.xml"/><Relationship Id="rId22" Type="http://schemas.openxmlformats.org/officeDocument/2006/relationships/chart" Target="../charts/chart22.xml"/><Relationship Id="rId23" Type="http://schemas.openxmlformats.org/officeDocument/2006/relationships/chart" Target="../charts/chart23.xml"/><Relationship Id="rId24" Type="http://schemas.openxmlformats.org/officeDocument/2006/relationships/chart" Target="../charts/chart24.xml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chart" Target="../charts/chart25.xml"/><Relationship Id="rId8" Type="http://schemas.openxmlformats.org/officeDocument/2006/relationships/chart" Target="../charts/chart26.xml"/><Relationship Id="rId9" Type="http://schemas.openxmlformats.org/officeDocument/2006/relationships/chart" Target="../charts/chart27.xml"/><Relationship Id="rId10" Type="http://schemas.openxmlformats.org/officeDocument/2006/relationships/chart" Target="../charts/chart28.xml"/><Relationship Id="rId11" Type="http://schemas.openxmlformats.org/officeDocument/2006/relationships/chart" Target="../charts/chart29.xml"/><Relationship Id="rId12" Type="http://schemas.openxmlformats.org/officeDocument/2006/relationships/chart" Target="../charts/chart30.xml"/><Relationship Id="rId13" Type="http://schemas.openxmlformats.org/officeDocument/2006/relationships/chart" Target="../charts/chart31.xml"/><Relationship Id="rId14" Type="http://schemas.openxmlformats.org/officeDocument/2006/relationships/chart" Target="../charts/chart32.xml"/><Relationship Id="rId15" Type="http://schemas.openxmlformats.org/officeDocument/2006/relationships/chart" Target="../charts/chart33.xml"/><Relationship Id="rId16" Type="http://schemas.openxmlformats.org/officeDocument/2006/relationships/chart" Target="../charts/chart34.xml"/><Relationship Id="rId17" Type="http://schemas.openxmlformats.org/officeDocument/2006/relationships/chart" Target="../charts/chart35.xml"/><Relationship Id="rId18" Type="http://schemas.openxmlformats.org/officeDocument/2006/relationships/chart" Target="../charts/chart36.xml"/><Relationship Id="rId19" Type="http://schemas.openxmlformats.org/officeDocument/2006/relationships/chart" Target="../charts/chart37.xml"/><Relationship Id="rId20" Type="http://schemas.openxmlformats.org/officeDocument/2006/relationships/chart" Target="../charts/chart38.xml"/><Relationship Id="rId21" Type="http://schemas.openxmlformats.org/officeDocument/2006/relationships/chart" Target="../charts/chart39.xml"/><Relationship Id="rId22" Type="http://schemas.openxmlformats.org/officeDocument/2006/relationships/chart" Target="../charts/chart40.xml"/><Relationship Id="rId23" Type="http://schemas.openxmlformats.org/officeDocument/2006/relationships/chart" Target="../charts/chart41.xml"/><Relationship Id="rId24" Type="http://schemas.openxmlformats.org/officeDocument/2006/relationships/chart" Target="../charts/chart42.xml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chart" Target="../charts/chart4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6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archive.ics.uci.edu/dataset/240/human+activity+recognition+using+smartphones" TargetMode="External"/><Relationship Id="rId2" Type="http://schemas.openxmlformats.org/officeDocument/2006/relationships/hyperlink" Target="https://www.uni-mannheim.de/dws/research/projects/activity-recognition/dataset/dataset-realworld/" TargetMode="External"/><Relationship Id="rId3" Type="http://schemas.openxmlformats.org/officeDocument/2006/relationships/hyperlink" Target="https://github.com/mmalekzadeh/motion-sense" TargetMode="External"/><Relationship Id="rId4" Type="http://schemas.openxmlformats.org/officeDocument/2006/relationships/hyperlink" Target="https://www.utwente.nl/en/eemcs/ps/research/dataset/" TargetMode="External"/><Relationship Id="rId5" Type="http://schemas.openxmlformats.org/officeDocument/2006/relationships/hyperlink" Target="http://extrasensory.ucsd.edu/" TargetMode="External"/><Relationship Id="rId6" Type="http://schemas.openxmlformats.org/officeDocument/2006/relationships/hyperlink" Target="https://www.sut.ru/doci/nauka/1AEA/ITT/2020_2/92-108.pdf" TargetMode="External"/><Relationship Id="rId7" Type="http://schemas.openxmlformats.org/officeDocument/2006/relationships/hyperlink" Target="https://top-technologies.ru/article/view?id=37262" TargetMode="External"/><Relationship Id="rId8" Type="http://schemas.openxmlformats.org/officeDocument/2006/relationships/hyperlink" Target="https://cyberleninka.ru/article/n/spektralnyy-analiz-dannyh-naruchnogo-trehosevogo-akselerometra-dlya-opredeleniya-fizicheskoy-aktivnosti" TargetMode="Externa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1554480"/>
            <a:ext cx="10606680" cy="2102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8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Распознавание активности человека по датчикам смартфона</a:t>
            </a:r>
            <a:endParaRPr lang="ru-MD" sz="3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hasCustomPrompt="1"/>
          </p:nvPr>
        </p:nvSpPr>
        <p:spPr>
          <a:xfrm>
            <a:off x="548640" y="3840480"/>
            <a:ext cx="9600840" cy="109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40"/>
              </a:spcBef>
              <a:buNone/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Двухэтапная модель «положение телефона → активность»: остаточная 1D-CNN и физические правила, вычисления целиком на устройстве</a:t>
            </a:r>
            <a:endParaRPr lang="ru-MD" sz="17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15" name="text-1"/>
          <p:cNvSpPr/>
          <p:nvPr/>
        </p:nvSpPr>
        <p:spPr>
          <a:xfrm>
            <a:off x="548640" y="61264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Драгунский Даниил · октябрь 2026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Задача и в чём её трудность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Классифицировать окно 2,56 с сигналов телефона в один из 6 классов — в реальном времени и без сервера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18" name="card-2"/>
          <p:cNvSpPr/>
          <p:nvPr/>
        </p:nvSpPr>
        <p:spPr>
          <a:xfrm>
            <a:off x="548640" y="1554480"/>
            <a:ext cx="4571640" cy="461736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-3"/>
          <p:cNvSpPr/>
          <p:nvPr/>
        </p:nvSpPr>
        <p:spPr>
          <a:xfrm>
            <a:off x="822960" y="175572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Постановка</a:t>
            </a:r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ich-4"/>
          <p:cNvSpPr/>
          <p:nvPr/>
        </p:nvSpPr>
        <p:spPr>
          <a:xfrm>
            <a:off x="822960" y="2240280"/>
            <a:ext cx="4114440" cy="37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Вход: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акселерометр и гироскоп (3 оси, 50 Гц), освещённость, датчик приближения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Выход 1 — положение: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карман, рука, у уха, стол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Выход 2 — активность: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покой, ходьба, бег, подъём и спуск по лестнице, велосипед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Ограничения: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решение каждые 1,28 с, вычисления на телефоне (TensorFlow Lite)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Критерий: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точность на людях, которых модель не видела при обучении (subject-independent)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ard-5"/>
          <p:cNvSpPr/>
          <p:nvPr/>
        </p:nvSpPr>
        <p:spPr>
          <a:xfrm>
            <a:off x="5349240" y="1554480"/>
            <a:ext cx="3099600" cy="2239920"/>
          </a:xfrm>
          <a:prstGeom prst="roundRect">
            <a:avLst>
              <a:gd name="adj" fmla="val 4898"/>
            </a:avLst>
          </a:prstGeom>
          <a:solidFill>
            <a:schemeClr val="accent2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plate-6"/>
          <p:cNvSpPr/>
          <p:nvPr/>
        </p:nvSpPr>
        <p:spPr>
          <a:xfrm>
            <a:off x="5577840" y="1783080"/>
            <a:ext cx="566640" cy="566640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icon-7" descr="C:\Users\danl0\AppData\Local\Temp\claude\C--Users-danl0\64257144-142c-4560-8b2a-91b138f1175f\scratchpad\deck\assets\img24.png"/>
          <p:cNvPicPr/>
          <p:nvPr/>
        </p:nvPicPr>
        <p:blipFill>
          <a:blip r:embed="rId1"/>
          <a:stretch/>
        </p:blipFill>
        <p:spPr>
          <a:xfrm>
            <a:off x="5674320" y="1879560"/>
            <a:ext cx="373680" cy="37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-8"/>
          <p:cNvSpPr/>
          <p:nvPr/>
        </p:nvSpPr>
        <p:spPr>
          <a:xfrm>
            <a:off x="5577840" y="246888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Ориентация неизвестна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-9"/>
          <p:cNvSpPr/>
          <p:nvPr/>
        </p:nvSpPr>
        <p:spPr>
          <a:xfrm>
            <a:off x="5577840" y="2834640"/>
            <a:ext cx="26971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В кармане телефон повёрнут как угодно: одно и то же движение даёт разные сигналы по осям x, y, z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card-10"/>
          <p:cNvSpPr/>
          <p:nvPr/>
        </p:nvSpPr>
        <p:spPr>
          <a:xfrm>
            <a:off x="8540640" y="1554480"/>
            <a:ext cx="3099600" cy="2239920"/>
          </a:xfrm>
          <a:prstGeom prst="roundRect">
            <a:avLst>
              <a:gd name="adj" fmla="val 4898"/>
            </a:avLst>
          </a:prstGeom>
          <a:solidFill>
            <a:schemeClr val="accent3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te-11"/>
          <p:cNvSpPr/>
          <p:nvPr/>
        </p:nvSpPr>
        <p:spPr>
          <a:xfrm>
            <a:off x="8769240" y="1783080"/>
            <a:ext cx="566640" cy="566640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icon-12" descr="C:\Users\danl0\AppData\Local\Temp\claude\C--Users-danl0\64257144-142c-4560-8b2a-91b138f1175f\scratchpad\deck\assets\img26.png"/>
          <p:cNvPicPr/>
          <p:nvPr/>
        </p:nvPicPr>
        <p:blipFill>
          <a:blip r:embed="rId2"/>
          <a:stretch/>
        </p:blipFill>
        <p:spPr>
          <a:xfrm>
            <a:off x="8865360" y="1879560"/>
            <a:ext cx="373680" cy="37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-13"/>
          <p:cNvSpPr/>
          <p:nvPr/>
        </p:nvSpPr>
        <p:spPr>
          <a:xfrm>
            <a:off x="8769240" y="246888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Положение меняет сигнал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-14"/>
          <p:cNvSpPr/>
          <p:nvPr/>
        </p:nvSpPr>
        <p:spPr>
          <a:xfrm>
            <a:off x="8769240" y="2834640"/>
            <a:ext cx="26971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Мах руки раздувает амплитуду: ходьба с телефоном в руке похожа на бег, жест — на шаг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ard-15"/>
          <p:cNvSpPr/>
          <p:nvPr/>
        </p:nvSpPr>
        <p:spPr>
          <a:xfrm>
            <a:off x="5349240" y="3931920"/>
            <a:ext cx="3099600" cy="2239920"/>
          </a:xfrm>
          <a:prstGeom prst="roundRect">
            <a:avLst>
              <a:gd name="adj" fmla="val 4898"/>
            </a:avLst>
          </a:prstGeom>
          <a:solidFill>
            <a:schemeClr val="accent4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plate-16"/>
          <p:cNvSpPr/>
          <p:nvPr/>
        </p:nvSpPr>
        <p:spPr>
          <a:xfrm>
            <a:off x="5577840" y="4160520"/>
            <a:ext cx="566640" cy="566640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icon-17" descr="C:\Users\danl0\AppData\Local\Temp\claude\C--Users-danl0\64257144-142c-4560-8b2a-91b138f1175f\scratchpad\deck\assets\img5.png"/>
          <p:cNvPicPr/>
          <p:nvPr/>
        </p:nvPicPr>
        <p:blipFill>
          <a:blip r:embed="rId3"/>
          <a:stretch/>
        </p:blipFill>
        <p:spPr>
          <a:xfrm>
            <a:off x="5674320" y="4257000"/>
            <a:ext cx="373680" cy="37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-18"/>
          <p:cNvSpPr/>
          <p:nvPr/>
        </p:nvSpPr>
        <p:spPr>
          <a:xfrm>
            <a:off x="5577840" y="484632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Ходьба ≈ лестница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-19"/>
          <p:cNvSpPr/>
          <p:nvPr/>
        </p:nvSpPr>
        <p:spPr>
          <a:xfrm>
            <a:off x="5577840" y="5212080"/>
            <a:ext cx="26971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Темп шага совпадает; лучший одиночный признак разделяет их лишь с AUC 0,72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card-20"/>
          <p:cNvSpPr/>
          <p:nvPr/>
        </p:nvSpPr>
        <p:spPr>
          <a:xfrm>
            <a:off x="8540640" y="3931920"/>
            <a:ext cx="3099600" cy="2239920"/>
          </a:xfrm>
          <a:prstGeom prst="roundRect">
            <a:avLst>
              <a:gd name="adj" fmla="val 4898"/>
            </a:avLst>
          </a:prstGeom>
          <a:solidFill>
            <a:schemeClr val="accent5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plate-21"/>
          <p:cNvSpPr/>
          <p:nvPr/>
        </p:nvSpPr>
        <p:spPr>
          <a:xfrm>
            <a:off x="8769240" y="4160520"/>
            <a:ext cx="566640" cy="566640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icon-22" descr="C:\Users\danl0\AppData\Local\Temp\claude\C--Users-danl0\64257144-142c-4560-8b2a-91b138f1175f\scratchpad\deck\assets\img38.png"/>
          <p:cNvPicPr/>
          <p:nvPr/>
        </p:nvPicPr>
        <p:blipFill>
          <a:blip r:embed="rId4"/>
          <a:stretch/>
        </p:blipFill>
        <p:spPr>
          <a:xfrm>
            <a:off x="8865360" y="4257000"/>
            <a:ext cx="373680" cy="37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text-23"/>
          <p:cNvSpPr/>
          <p:nvPr/>
        </p:nvSpPr>
        <p:spPr>
          <a:xfrm>
            <a:off x="8769240" y="4846320"/>
            <a:ext cx="2697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Разные люди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-24"/>
          <p:cNvSpPr/>
          <p:nvPr/>
        </p:nvSpPr>
        <p:spPr>
          <a:xfrm>
            <a:off x="8769240" y="5212080"/>
            <a:ext cx="26971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Разброс признаков между людьми для ходьбы и лестницы больше, чем между этими классами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5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3FF713-4C47-43C5-9480-EEB87BE0D69D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Датчики смартфона и частота дискретизации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Частота дискретизации определяет, какие детали движения вообще можно увидеть в сигнале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graphicFrame>
        <p:nvGraphicFramePr>
          <p:cNvPr id="44" name="sensors-table-25"/>
          <p:cNvGraphicFramePr/>
          <p:nvPr/>
        </p:nvGraphicFramePr>
        <p:xfrm>
          <a:off x="548640" y="1508760"/>
          <a:ext cx="7817760" cy="3520080"/>
        </p:xfrm>
        <a:graphic>
          <a:graphicData uri="http://schemas.openxmlformats.org/drawingml/2006/table">
            <a:tbl>
              <a:tblPr/>
              <a:tblGrid>
                <a:gridCol w="1783080"/>
                <a:gridCol w="2331720"/>
                <a:gridCol w="1508760"/>
                <a:gridCol w="2194560"/>
              </a:tblGrid>
              <a:tr h="5029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Сенсор</a:t>
                      </a:r>
                      <a:endParaRPr lang="ru-MD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Измеряемая величина</a:t>
                      </a:r>
                      <a:endParaRPr lang="ru-MD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Частота дискретизации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E9A2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Назначение в системе</a:t>
                      </a:r>
                      <a:endParaRPr lang="ru-MD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Акселерометр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ускорение по 3 осям, м/с² (включая g)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100 Гц → 50 Гц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E2F1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вход сети активности; наклон, шаги, навигация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Гироскоп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угловая скорость по 3 осям, рад/с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100 Гц → 50 Гц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E2F1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вход сети активности; ориентация, дрожь руки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Магнитометр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индукция магнитного поля, мкТл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50 Гц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E2F1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курс в навигации; в модели не участвует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Датчик освещённости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освещённость, лк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 событию, единицы Гц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E2F1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признаки положения: «темно» &lt; 10 лк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Датчик приближения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расстояние, см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 событию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E2F1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признаки положения: закрыт / открыт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rich-26"/>
          <p:cNvSpPr/>
          <p:nvPr/>
        </p:nvSpPr>
        <p:spPr>
          <a:xfrm>
            <a:off x="548640" y="5349240"/>
            <a:ext cx="7817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Android отдаёт события с плавающим интервалом; все потоки приводятся к единой сетке 50 Гц: такт задаёт акселерометр, остальные каналы берутся последним известным значением.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card-27"/>
          <p:cNvSpPr/>
          <p:nvPr/>
        </p:nvSpPr>
        <p:spPr>
          <a:xfrm>
            <a:off x="8641080" y="1508760"/>
            <a:ext cx="2998800" cy="4663080"/>
          </a:xfrm>
          <a:prstGeom prst="roundRect">
            <a:avLst>
              <a:gd name="adj" fmla="val 3659"/>
            </a:avLst>
          </a:prstGeom>
          <a:solidFill>
            <a:schemeClr val="accent3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-28"/>
          <p:cNvSpPr/>
          <p:nvPr/>
        </p:nvSpPr>
        <p:spPr>
          <a:xfrm>
            <a:off x="8869680" y="164592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Шаг при 50 Гц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sampling-chart-29"/>
          <p:cNvGraphicFramePr/>
          <p:nvPr/>
        </p:nvGraphicFramePr>
        <p:xfrm>
          <a:off x="8732520" y="2011680"/>
          <a:ext cx="2834280" cy="173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9" name="text-30"/>
          <p:cNvSpPr/>
          <p:nvPr/>
        </p:nvSpPr>
        <p:spPr>
          <a:xfrm>
            <a:off x="8869680" y="376740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вертикальное ускорение, м/с²; точки — отсчёты</a:t>
            </a:r>
            <a:endParaRPr lang="ru-MD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ich-31"/>
          <p:cNvSpPr/>
          <p:nvPr/>
        </p:nvSpPr>
        <p:spPr>
          <a:xfrm>
            <a:off x="8869680" y="4114800"/>
            <a:ext cx="26514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1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≈ 27 отсчётов </a:t>
            </a:r>
            <a:r>
              <a:rPr lang="en-US" sz="11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на один шаг (110 шаг/мин)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1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Найквист 25 Гц: </a:t>
            </a:r>
            <a:r>
              <a:rPr lang="en-US" sz="11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ритм шага (1–3 Гц) виден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1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удар стопы — 1–3 отсчёта: </a:t>
            </a:r>
            <a:r>
              <a:rPr lang="en-US" sz="11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его форма и амплитуда измеряются неточно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6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B1EA3B-76B5-4A86-8BDC-A6D14A6487B6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Готовые решения: системные API и приложения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Что уже умеют распознавать телефоны «из коробки» и чего не хватает для нашей задачи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graphicFrame>
        <p:nvGraphicFramePr>
          <p:cNvPr id="54" name="apps-table-32"/>
          <p:cNvGraphicFramePr/>
          <p:nvPr/>
        </p:nvGraphicFramePr>
        <p:xfrm>
          <a:off x="548640" y="1508760"/>
          <a:ext cx="11091240" cy="3557160"/>
        </p:xfrm>
        <a:graphic>
          <a:graphicData uri="http://schemas.openxmlformats.org/drawingml/2006/table">
            <a:tbl>
              <a:tblPr/>
              <a:tblGrid>
                <a:gridCol w="2514600"/>
                <a:gridCol w="2606040"/>
                <a:gridCol w="1600200"/>
                <a:gridCol w="1508760"/>
                <a:gridCol w="2862000"/>
              </a:tblGrid>
              <a:tr h="411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Решение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Что распознаёт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Лестница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Положение телефона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Ограничения для задачи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</a:tr>
              <a:tr h="658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Google Activity Recognition API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Android, Play Services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покой, пешком (ходьба / бег), велосипед, транспорт, наклон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нет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не учитывает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закрытая модель; частоту ответов задаёт система; дообучить нельзя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Apple Core Motion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iOS, CMMotionActivityManager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покой, ходьба, бег, велосипед, автомобиль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только этажи по барометру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не учитывает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только iOS; закрытая модель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Google Fit, Samsung Health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автоматический учёт ходьбы, бега, велосипеда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нет; этажи по барометру — Samsung Health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не учитывает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итоги за интервалы, а не решение каждую секунду; метод не раскрыт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Шагомер Android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TYPE_STEP_DETECTOR / COUNTER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шаги и их число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нет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нет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считает шаги, но не различает вид активности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00696E"/>
                          </a:solidFill>
                          <a:effectLst/>
                          <a:uFillTx/>
                          <a:latin typeface="Segoe UI"/>
                        </a:rPr>
                        <a:t>Эта работа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покой, ходьба, бег, подъём, спуск, велосипед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подъём и спуск по движению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E7F5E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4 положения, первый этап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E7F5E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открытая модель, дообучение на своём телефоне, объяснение решения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card-33"/>
          <p:cNvSpPr/>
          <p:nvPr/>
        </p:nvSpPr>
        <p:spPr>
          <a:xfrm>
            <a:off x="548640" y="5303520"/>
            <a:ext cx="11091240" cy="868320"/>
          </a:xfrm>
          <a:prstGeom prst="roundRect">
            <a:avLst>
              <a:gd name="adj" fmla="val 12632"/>
            </a:avLst>
          </a:prstGeom>
          <a:solidFill>
            <a:schemeClr val="accent1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-34"/>
          <p:cNvSpPr/>
          <p:nvPr/>
        </p:nvSpPr>
        <p:spPr>
          <a:xfrm>
            <a:off x="777240" y="5303520"/>
            <a:ext cx="106981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Общее для готовых решений: закрытые модели, положение телефона не учитывается, лестница не распознаётся по движению — только этажи по барометру, и только на части устройств.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7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7D4A47-E054-4BDD-8D1A-B1A22FF43250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Алгоритмы распознавания: что уже предложено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Подходы из литературы и открытых работ — и почему их нельзя перенести на телефон в кармане напрямую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60" name="card-35"/>
          <p:cNvSpPr/>
          <p:nvPr/>
        </p:nvSpPr>
        <p:spPr>
          <a:xfrm>
            <a:off x="548640" y="1508760"/>
            <a:ext cx="2651400" cy="4663080"/>
          </a:xfrm>
          <a:prstGeom prst="roundRect">
            <a:avLst>
              <a:gd name="adj" fmla="val 4138"/>
            </a:avLst>
          </a:prstGeom>
          <a:solidFill>
            <a:schemeClr val="accent3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te-36"/>
          <p:cNvSpPr/>
          <p:nvPr/>
        </p:nvSpPr>
        <p:spPr>
          <a:xfrm>
            <a:off x="749880" y="1691640"/>
            <a:ext cx="548280" cy="5482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icon-37" descr="C:\Users\danl0\AppData\Local\Temp\claude\C--Users-danl0\64257144-142c-4560-8b2a-91b138f1175f\scratchpad\deck\assets\img10.png"/>
          <p:cNvPicPr/>
          <p:nvPr/>
        </p:nvPicPr>
        <p:blipFill>
          <a:blip r:embed="rId1"/>
          <a:stretch/>
        </p:blipFill>
        <p:spPr>
          <a:xfrm>
            <a:off x="843120" y="1784880"/>
            <a:ext cx="361800" cy="36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ext-38"/>
          <p:cNvSpPr/>
          <p:nvPr/>
        </p:nvSpPr>
        <p:spPr>
          <a:xfrm>
            <a:off x="749880" y="233172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Пороговые правила</a:t>
            </a:r>
            <a:endParaRPr lang="ru-MD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-39"/>
          <p:cNvSpPr/>
          <p:nvPr/>
        </p:nvSpPr>
        <p:spPr>
          <a:xfrm>
            <a:off x="749880" y="292608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пороги на амплитуду и частоту окна; так работают шагомеры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ich-40"/>
          <p:cNvSpPr/>
          <p:nvPr/>
        </p:nvSpPr>
        <p:spPr>
          <a:xfrm>
            <a:off x="749880" y="3611880"/>
            <a:ext cx="22856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5"/>
                </a:solidFill>
                <a:effectLst/>
                <a:uFillTx/>
                <a:latin typeface="Segoe UI"/>
              </a:rPr>
              <a:t>+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просто и экономно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C62828"/>
                </a:solidFill>
                <a:effectLst/>
                <a:uFillTx/>
                <a:latin typeface="Segoe UI"/>
              </a:rPr>
              <a:t>−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не различают лестницу; ломаются при смене положения телефона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card-41"/>
          <p:cNvSpPr/>
          <p:nvPr/>
        </p:nvSpPr>
        <p:spPr>
          <a:xfrm>
            <a:off x="3346560" y="1508760"/>
            <a:ext cx="2651400" cy="4663080"/>
          </a:xfrm>
          <a:prstGeom prst="roundRect">
            <a:avLst>
              <a:gd name="adj" fmla="val 4138"/>
            </a:avLst>
          </a:prstGeom>
          <a:solidFill>
            <a:schemeClr val="accent2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plate-42"/>
          <p:cNvSpPr/>
          <p:nvPr/>
        </p:nvSpPr>
        <p:spPr>
          <a:xfrm>
            <a:off x="3547800" y="1691640"/>
            <a:ext cx="548280" cy="5482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icon-43" descr="C:\Users\danl0\AppData\Local\Temp\claude\C--Users-danl0\64257144-142c-4560-8b2a-91b138f1175f\scratchpad\deck\assets\img12.png"/>
          <p:cNvPicPr/>
          <p:nvPr/>
        </p:nvPicPr>
        <p:blipFill>
          <a:blip r:embed="rId2"/>
          <a:stretch/>
        </p:blipFill>
        <p:spPr>
          <a:xfrm>
            <a:off x="3641040" y="1784880"/>
            <a:ext cx="361800" cy="36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-44"/>
          <p:cNvSpPr/>
          <p:nvPr/>
        </p:nvSpPr>
        <p:spPr>
          <a:xfrm>
            <a:off x="3547800" y="233172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Классическое машинное обучение</a:t>
            </a:r>
            <a:endParaRPr lang="ru-MD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-45"/>
          <p:cNvSpPr/>
          <p:nvPr/>
        </p:nvSpPr>
        <p:spPr>
          <a:xfrm>
            <a:off x="3547800" y="292608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SVM, случайный лес, k-NN по статистикам и спектру окна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ich-46"/>
          <p:cNvSpPr/>
          <p:nvPr/>
        </p:nvSpPr>
        <p:spPr>
          <a:xfrm>
            <a:off x="3547800" y="3611880"/>
            <a:ext cx="22856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5"/>
                </a:solidFill>
                <a:effectLst/>
                <a:uFillTx/>
                <a:latin typeface="Segoe UI"/>
              </a:rPr>
              <a:t>+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на UCI HAR (телефон на поясе) — до ≈ 96 %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C62828"/>
                </a:solidFill>
                <a:effectLst/>
                <a:uFillTx/>
                <a:latin typeface="Segoe UI"/>
              </a:rPr>
              <a:t>−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признаки задаются вручную; чувствительны к ориентации и месту ношения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card-47"/>
          <p:cNvSpPr/>
          <p:nvPr/>
        </p:nvSpPr>
        <p:spPr>
          <a:xfrm>
            <a:off x="6144840" y="1508760"/>
            <a:ext cx="2651400" cy="4663080"/>
          </a:xfrm>
          <a:prstGeom prst="roundRect">
            <a:avLst>
              <a:gd name="adj" fmla="val 4138"/>
            </a:avLst>
          </a:prstGeom>
          <a:solidFill>
            <a:schemeClr val="accent4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plate-48"/>
          <p:cNvSpPr/>
          <p:nvPr/>
        </p:nvSpPr>
        <p:spPr>
          <a:xfrm>
            <a:off x="6346080" y="1691640"/>
            <a:ext cx="548280" cy="5482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icon-49" descr="C:\Users\danl0\AppData\Local\Temp\claude\C--Users-danl0\64257144-142c-4560-8b2a-91b138f1175f\scratchpad\deck\assets\img47.png"/>
          <p:cNvPicPr/>
          <p:nvPr/>
        </p:nvPicPr>
        <p:blipFill>
          <a:blip r:embed="rId3"/>
          <a:stretch/>
        </p:blipFill>
        <p:spPr>
          <a:xfrm>
            <a:off x="6439320" y="1784880"/>
            <a:ext cx="361800" cy="36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-50"/>
          <p:cNvSpPr/>
          <p:nvPr/>
        </p:nvSpPr>
        <p:spPr>
          <a:xfrm>
            <a:off x="6346080" y="233172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Глубокие сети</a:t>
            </a:r>
            <a:endParaRPr lang="ru-MD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-51"/>
          <p:cNvSpPr/>
          <p:nvPr/>
        </p:nvSpPr>
        <p:spPr>
          <a:xfrm>
            <a:off x="6346080" y="292608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1D-CNN, LSTM и их сочетания по сырому сигналу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ich-52"/>
          <p:cNvSpPr/>
          <p:nvPr/>
        </p:nvSpPr>
        <p:spPr>
          <a:xfrm>
            <a:off x="6346080" y="3611880"/>
            <a:ext cx="22856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5"/>
                </a:solidFill>
                <a:effectLst/>
                <a:uFillTx/>
                <a:latin typeface="Segoe UI"/>
              </a:rPr>
              <a:t>+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сами находят форму сигнала; лучшие результаты на открытых наборах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C62828"/>
                </a:solidFill>
                <a:effectLst/>
                <a:uFillTx/>
                <a:latin typeface="Segoe UI"/>
              </a:rPr>
              <a:t>−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обычно — закреплённый датчик и лабораторные данные; нужна большая разнообразная выборка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ard-53"/>
          <p:cNvSpPr/>
          <p:nvPr/>
        </p:nvSpPr>
        <p:spPr>
          <a:xfrm>
            <a:off x="8942760" y="1508760"/>
            <a:ext cx="2651400" cy="4663080"/>
          </a:xfrm>
          <a:prstGeom prst="roundRect">
            <a:avLst>
              <a:gd name="adj" fmla="val 4138"/>
            </a:avLst>
          </a:prstGeom>
          <a:solidFill>
            <a:schemeClr val="accent5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plate-54"/>
          <p:cNvSpPr/>
          <p:nvPr/>
        </p:nvSpPr>
        <p:spPr>
          <a:xfrm>
            <a:off x="9144000" y="1691640"/>
            <a:ext cx="548280" cy="5482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icon-55" descr="C:\Users\danl0\AppData\Local\Temp\claude\C--Users-danl0\64257144-142c-4560-8b2a-91b138f1175f\scratchpad\deck\assets\img26.png"/>
          <p:cNvPicPr/>
          <p:nvPr/>
        </p:nvPicPr>
        <p:blipFill>
          <a:blip r:embed="rId4"/>
          <a:stretch/>
        </p:blipFill>
        <p:spPr>
          <a:xfrm>
            <a:off x="9237240" y="1784880"/>
            <a:ext cx="361800" cy="36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-56"/>
          <p:cNvSpPr/>
          <p:nvPr/>
        </p:nvSpPr>
        <p:spPr>
          <a:xfrm>
            <a:off x="9144000" y="233172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Учёт места ношения</a:t>
            </a:r>
            <a:endParaRPr lang="ru-MD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-57"/>
          <p:cNvSpPr/>
          <p:nvPr/>
        </p:nvSpPr>
        <p:spPr>
          <a:xfrm>
            <a:off x="9144000" y="292608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сначала место датчика на теле, затем активность (RealWorld HAR, 2016)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ich-58"/>
          <p:cNvSpPr/>
          <p:nvPr/>
        </p:nvSpPr>
        <p:spPr>
          <a:xfrm>
            <a:off x="9144000" y="3611880"/>
            <a:ext cx="22856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5"/>
                </a:solidFill>
                <a:effectLst/>
                <a:uFillTx/>
                <a:latin typeface="Segoe UI"/>
              </a:rPr>
              <a:t>+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учитывает, что сигнал зависит от места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C62828"/>
                </a:solidFill>
                <a:effectLst/>
                <a:uFillTx/>
                <a:latin typeface="Segoe UI"/>
              </a:rPr>
              <a:t>−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датчики закреплены на теле; свет и приближение телефона не используются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8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DBE3D5-9ACC-4CFB-9E03-F0EADDAEBFC4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Проблема: ограничения сенсоров смартфона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Мало датчиков и низкая частота дискретизации ограничивают, что можно извлечь из сигнала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87" name="card-59"/>
          <p:cNvSpPr/>
          <p:nvPr/>
        </p:nvSpPr>
        <p:spPr>
          <a:xfrm>
            <a:off x="548640" y="1508760"/>
            <a:ext cx="5449320" cy="3611520"/>
          </a:xfrm>
          <a:prstGeom prst="roundRect">
            <a:avLst>
              <a:gd name="adj" fmla="val 3038"/>
            </a:avLst>
          </a:prstGeom>
          <a:solidFill>
            <a:schemeClr val="accent4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plate-60"/>
          <p:cNvSpPr/>
          <p:nvPr/>
        </p:nvSpPr>
        <p:spPr>
          <a:xfrm>
            <a:off x="777240" y="1691640"/>
            <a:ext cx="566640" cy="566640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icon-61" descr="C:\Users\danl0\AppData\Local\Temp\claude\C--Users-danl0\64257144-142c-4560-8b2a-91b138f1175f\scratchpad\deck\assets\img38.png"/>
          <p:cNvPicPr/>
          <p:nvPr/>
        </p:nvPicPr>
        <p:blipFill>
          <a:blip r:embed="rId1"/>
          <a:stretch/>
        </p:blipFill>
        <p:spPr>
          <a:xfrm>
            <a:off x="873720" y="1788120"/>
            <a:ext cx="373680" cy="37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-62"/>
          <p:cNvSpPr/>
          <p:nvPr/>
        </p:nvSpPr>
        <p:spPr>
          <a:xfrm>
            <a:off x="1508760" y="1691640"/>
            <a:ext cx="4297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Мало датчиков</a:t>
            </a:r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ich-63"/>
          <p:cNvSpPr/>
          <p:nvPr/>
        </p:nvSpPr>
        <p:spPr>
          <a:xfrm>
            <a:off x="777240" y="2468880"/>
            <a:ext cx="4983120" cy="260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Один инерциальный блок в одной точке — в исследованиях датчики стоят в нескольких местах тела (Shoaib — 5, RealWorld — 7)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Свет и приближение грубые: приближение даёт 2 состояния, оба обновляются только при изменении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Магнитометр искажается рядом с металлом — в модели не используется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Место и ориентация телефона заранее неизвестны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ard-64"/>
          <p:cNvSpPr/>
          <p:nvPr/>
        </p:nvSpPr>
        <p:spPr>
          <a:xfrm>
            <a:off x="6190560" y="1508760"/>
            <a:ext cx="5449320" cy="3611520"/>
          </a:xfrm>
          <a:prstGeom prst="roundRect">
            <a:avLst>
              <a:gd name="adj" fmla="val 3038"/>
            </a:avLst>
          </a:prstGeom>
          <a:solidFill>
            <a:schemeClr val="accent3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te-65"/>
          <p:cNvSpPr/>
          <p:nvPr/>
        </p:nvSpPr>
        <p:spPr>
          <a:xfrm>
            <a:off x="6419160" y="1691640"/>
            <a:ext cx="566640" cy="566640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icon-66" descr="C:\Users\danl0\AppData\Local\Temp\claude\C--Users-danl0\64257144-142c-4560-8b2a-91b138f1175f\scratchpad\deck\assets\img21.png"/>
          <p:cNvPicPr/>
          <p:nvPr/>
        </p:nvPicPr>
        <p:blipFill>
          <a:blip r:embed="rId2"/>
          <a:stretch/>
        </p:blipFill>
        <p:spPr>
          <a:xfrm>
            <a:off x="6515640" y="1788120"/>
            <a:ext cx="373680" cy="37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-67"/>
          <p:cNvSpPr/>
          <p:nvPr/>
        </p:nvSpPr>
        <p:spPr>
          <a:xfrm>
            <a:off x="7150680" y="1691640"/>
            <a:ext cx="4297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Низкая частота дискретизации</a:t>
            </a:r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ich-68"/>
          <p:cNvSpPr/>
          <p:nvPr/>
        </p:nvSpPr>
        <p:spPr>
          <a:xfrm>
            <a:off x="6419160" y="2468880"/>
            <a:ext cx="4983120" cy="260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50 Гц после приведения к единой сетке: частота Найквиста — 25 Гц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Один шаг ≈ 27 отсчётов, удар стопы — 1–3 отсчёта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События приходят с плавающим интервалом, свет и приближение — единицы отсчётов в секунду и реже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По одному отсчёту активность определить невозможно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card-69"/>
          <p:cNvSpPr/>
          <p:nvPr/>
        </p:nvSpPr>
        <p:spPr>
          <a:xfrm>
            <a:off x="548640" y="5303520"/>
            <a:ext cx="11091240" cy="868320"/>
          </a:xfrm>
          <a:prstGeom prst="roundRect">
            <a:avLst>
              <a:gd name="adj" fmla="val 12632"/>
            </a:avLst>
          </a:prstGeom>
          <a:solidFill>
            <a:schemeClr val="accent1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rich-70"/>
          <p:cNvSpPr/>
          <p:nvPr/>
        </p:nvSpPr>
        <p:spPr>
          <a:xfrm>
            <a:off x="777240" y="5303520"/>
            <a:ext cx="106981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Следствие: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решение нужно принимать по интервалу сигнала, в который попадает несколько шагов, — по окну, а не по отдельному отсчёту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9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5F3988-A085-48B0-9DD7-3437BCFAEA52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Решение: обработка сигнала окнами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Чтобы нивелировать низкую частоту дискретизации, решение принимается не по отдельному отсчёту, а по окну, в которое попадает несколько шагов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102" name="text-71"/>
          <p:cNvSpPr/>
          <p:nvPr/>
        </p:nvSpPr>
        <p:spPr>
          <a:xfrm>
            <a:off x="548640" y="1554480"/>
            <a:ext cx="7223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Модуль ускорения |a|, м/с² — спуск по лестнице, 18.10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3" name="window-signal-72"/>
          <p:cNvGraphicFramePr/>
          <p:nvPr/>
        </p:nvGraphicFramePr>
        <p:xfrm>
          <a:off x="457200" y="1828800"/>
          <a:ext cx="7406280" cy="2468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4" name="window-bar-73"/>
          <p:cNvSpPr/>
          <p:nvPr/>
        </p:nvSpPr>
        <p:spPr>
          <a:xfrm>
            <a:off x="960120" y="4434840"/>
            <a:ext cx="3333960" cy="219240"/>
          </a:xfrm>
          <a:prstGeom prst="roundRect">
            <a:avLst>
              <a:gd name="adj" fmla="val 20833"/>
            </a:avLst>
          </a:prstGeom>
          <a:solidFill>
            <a:schemeClr val="accent2">
              <a:alpha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-74"/>
          <p:cNvSpPr/>
          <p:nvPr/>
        </p:nvSpPr>
        <p:spPr>
          <a:xfrm>
            <a:off x="1033200" y="443484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окно 1</a:t>
            </a:r>
            <a:endParaRPr lang="ru-MD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window-bar-75"/>
          <p:cNvSpPr/>
          <p:nvPr/>
        </p:nvSpPr>
        <p:spPr>
          <a:xfrm>
            <a:off x="2627280" y="4727520"/>
            <a:ext cx="3333960" cy="219240"/>
          </a:xfrm>
          <a:prstGeom prst="roundRect">
            <a:avLst>
              <a:gd name="adj" fmla="val 20833"/>
            </a:avLst>
          </a:prstGeom>
          <a:solidFill>
            <a:schemeClr val="accent4">
              <a:alpha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-76"/>
          <p:cNvSpPr/>
          <p:nvPr/>
        </p:nvSpPr>
        <p:spPr>
          <a:xfrm>
            <a:off x="2700360" y="472752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окно 2</a:t>
            </a:r>
            <a:endParaRPr lang="ru-MD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window-bar-77"/>
          <p:cNvSpPr/>
          <p:nvPr/>
        </p:nvSpPr>
        <p:spPr>
          <a:xfrm>
            <a:off x="4294440" y="5020200"/>
            <a:ext cx="3333960" cy="219240"/>
          </a:xfrm>
          <a:prstGeom prst="roundRect">
            <a:avLst>
              <a:gd name="adj" fmla="val 20833"/>
            </a:avLst>
          </a:prstGeom>
          <a:solidFill>
            <a:schemeClr val="accent1">
              <a:alpha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-78"/>
          <p:cNvSpPr/>
          <p:nvPr/>
        </p:nvSpPr>
        <p:spPr>
          <a:xfrm>
            <a:off x="4367520" y="5020200"/>
            <a:ext cx="1096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окно 3</a:t>
            </a:r>
            <a:endParaRPr lang="ru-MD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-79"/>
          <p:cNvSpPr/>
          <p:nvPr/>
        </p:nvSpPr>
        <p:spPr>
          <a:xfrm>
            <a:off x="548640" y="5367600"/>
            <a:ext cx="7223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окна по 2,56 с со сдвигом 1,28 с: каждое решение опирается на 4–5 шагов, соседние окна перекрываются на 50 %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ard-80"/>
          <p:cNvSpPr/>
          <p:nvPr/>
        </p:nvSpPr>
        <p:spPr>
          <a:xfrm>
            <a:off x="8092440" y="1508760"/>
            <a:ext cx="3547440" cy="10512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-81"/>
          <p:cNvSpPr/>
          <p:nvPr/>
        </p:nvSpPr>
        <p:spPr>
          <a:xfrm>
            <a:off x="8275320" y="1600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128 отсчётов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-82"/>
          <p:cNvSpPr/>
          <p:nvPr/>
        </p:nvSpPr>
        <p:spPr>
          <a:xfrm>
            <a:off x="8275320" y="196596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= 2,56 с при 50 Гц; ≈ 4–5 шагов при 110 шаг/мин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ard-83"/>
          <p:cNvSpPr/>
          <p:nvPr/>
        </p:nvSpPr>
        <p:spPr>
          <a:xfrm>
            <a:off x="8092440" y="2679120"/>
            <a:ext cx="3547440" cy="10512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-84"/>
          <p:cNvSpPr/>
          <p:nvPr/>
        </p:nvSpPr>
        <p:spPr>
          <a:xfrm>
            <a:off x="8275320" y="2770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Сдвиг 64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-85"/>
          <p:cNvSpPr/>
          <p:nvPr/>
        </p:nvSpPr>
        <p:spPr>
          <a:xfrm>
            <a:off x="8275320" y="313632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перекрытие 50 % → решение каждые 1,28 с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ard-86"/>
          <p:cNvSpPr/>
          <p:nvPr/>
        </p:nvSpPr>
        <p:spPr>
          <a:xfrm>
            <a:off x="8092440" y="3849480"/>
            <a:ext cx="3547440" cy="10512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-87"/>
          <p:cNvSpPr/>
          <p:nvPr/>
        </p:nvSpPr>
        <p:spPr>
          <a:xfrm>
            <a:off x="8275320" y="39409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Спектр окна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-88"/>
          <p:cNvSpPr/>
          <p:nvPr/>
        </p:nvSpPr>
        <p:spPr>
          <a:xfrm>
            <a:off x="8275320" y="430668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разрешение 1 / 2,56 с ≈ 0,39 Гц, уточняется интерполяцией пика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ard-89"/>
          <p:cNvSpPr/>
          <p:nvPr/>
        </p:nvSpPr>
        <p:spPr>
          <a:xfrm>
            <a:off x="8092440" y="5020200"/>
            <a:ext cx="3547440" cy="10512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-90"/>
          <p:cNvSpPr/>
          <p:nvPr/>
        </p:nvSpPr>
        <p:spPr>
          <a:xfrm>
            <a:off x="8275320" y="511164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Что даёт окно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-91"/>
          <p:cNvSpPr/>
          <p:nvPr/>
        </p:nvSpPr>
        <p:spPr>
          <a:xfrm>
            <a:off x="8275320" y="547740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устойчивые статистики и спектр вместо одного отсчёта; сеть видит всю форму шагов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sldNum" idx="10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31EF94-88D7-4582-BC0D-5158AA5129A4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Этап 1: положение — MLP и физические правила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125" name="card-92"/>
          <p:cNvSpPr/>
          <p:nvPr/>
        </p:nvSpPr>
        <p:spPr>
          <a:xfrm>
            <a:off x="548640" y="1143000"/>
            <a:ext cx="3245760" cy="502884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-93"/>
          <p:cNvSpPr/>
          <p:nvPr/>
        </p:nvSpPr>
        <p:spPr>
          <a:xfrm>
            <a:off x="777240" y="1325880"/>
            <a:ext cx="2834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16 признаков окна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rp-94"/>
          <p:cNvSpPr/>
          <p:nvPr/>
        </p:nvSpPr>
        <p:spPr>
          <a:xfrm>
            <a:off x="777240" y="192024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-95"/>
          <p:cNvSpPr/>
          <p:nvPr/>
        </p:nvSpPr>
        <p:spPr>
          <a:xfrm>
            <a:off x="777240" y="19202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3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-96"/>
          <p:cNvSpPr/>
          <p:nvPr/>
        </p:nvSpPr>
        <p:spPr>
          <a:xfrm>
            <a:off x="1417320" y="1874520"/>
            <a:ext cx="223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Приближение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-97"/>
          <p:cNvSpPr/>
          <p:nvPr/>
        </p:nvSpPr>
        <p:spPr>
          <a:xfrm>
            <a:off x="1417320" y="2194560"/>
            <a:ext cx="223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закрыт ли датчик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rp-98"/>
          <p:cNvSpPr/>
          <p:nvPr/>
        </p:nvSpPr>
        <p:spPr>
          <a:xfrm>
            <a:off x="777240" y="2944440"/>
            <a:ext cx="502560" cy="50256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-99"/>
          <p:cNvSpPr/>
          <p:nvPr/>
        </p:nvSpPr>
        <p:spPr>
          <a:xfrm>
            <a:off x="777240" y="2944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4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-100"/>
          <p:cNvSpPr/>
          <p:nvPr/>
        </p:nvSpPr>
        <p:spPr>
          <a:xfrm>
            <a:off x="1417320" y="2898720"/>
            <a:ext cx="223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Освещённость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-101"/>
          <p:cNvSpPr/>
          <p:nvPr/>
        </p:nvSpPr>
        <p:spPr>
          <a:xfrm>
            <a:off x="1417320" y="3218760"/>
            <a:ext cx="223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уровень света, «темно»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rp-102"/>
          <p:cNvSpPr/>
          <p:nvPr/>
        </p:nvSpPr>
        <p:spPr>
          <a:xfrm>
            <a:off x="777240" y="3968640"/>
            <a:ext cx="502560" cy="50256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-103"/>
          <p:cNvSpPr/>
          <p:nvPr/>
        </p:nvSpPr>
        <p:spPr>
          <a:xfrm>
            <a:off x="777240" y="39686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4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-104"/>
          <p:cNvSpPr/>
          <p:nvPr/>
        </p:nvSpPr>
        <p:spPr>
          <a:xfrm>
            <a:off x="1417320" y="3922920"/>
            <a:ext cx="223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Гравитация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-105"/>
          <p:cNvSpPr/>
          <p:nvPr/>
        </p:nvSpPr>
        <p:spPr>
          <a:xfrm>
            <a:off x="1417320" y="4242960"/>
            <a:ext cx="223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наклон телефона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rp-106"/>
          <p:cNvSpPr/>
          <p:nvPr/>
        </p:nvSpPr>
        <p:spPr>
          <a:xfrm>
            <a:off x="777240" y="4992480"/>
            <a:ext cx="502560" cy="50256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-107"/>
          <p:cNvSpPr/>
          <p:nvPr/>
        </p:nvSpPr>
        <p:spPr>
          <a:xfrm>
            <a:off x="777240" y="49924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5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-108"/>
          <p:cNvSpPr/>
          <p:nvPr/>
        </p:nvSpPr>
        <p:spPr>
          <a:xfrm>
            <a:off x="1417320" y="4946760"/>
            <a:ext cx="223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Движение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-109"/>
          <p:cNvSpPr/>
          <p:nvPr/>
        </p:nvSpPr>
        <p:spPr>
          <a:xfrm>
            <a:off x="1417320" y="5266800"/>
            <a:ext cx="223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амплитуда, вращение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box-110"/>
          <p:cNvSpPr/>
          <p:nvPr/>
        </p:nvSpPr>
        <p:spPr>
          <a:xfrm>
            <a:off x="4069080" y="1143000"/>
            <a:ext cx="2605680" cy="73116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0069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box-text-111"/>
          <p:cNvSpPr/>
          <p:nvPr/>
        </p:nvSpPr>
        <p:spPr>
          <a:xfrm>
            <a:off x="4123800" y="1143000"/>
            <a:ext cx="24958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16 признаков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arrow-112"/>
          <p:cNvSpPr/>
          <p:nvPr/>
        </p:nvSpPr>
        <p:spPr>
          <a:xfrm>
            <a:off x="5371920" y="1874520"/>
            <a:ext cx="360" cy="292320"/>
          </a:xfrm>
          <a:prstGeom prst="line">
            <a:avLst/>
          </a:prstGeom>
          <a:ln w="19050">
            <a:solidFill>
              <a:srgbClr val="00696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box-113"/>
          <p:cNvSpPr/>
          <p:nvPr/>
        </p:nvSpPr>
        <p:spPr>
          <a:xfrm>
            <a:off x="4069080" y="2167200"/>
            <a:ext cx="2605680" cy="73116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0069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box-text-114"/>
          <p:cNvSpPr/>
          <p:nvPr/>
        </p:nvSpPr>
        <p:spPr>
          <a:xfrm>
            <a:off x="4123800" y="2167200"/>
            <a:ext cx="24958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Dense 128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BatchNorm · ReLU · Dropout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arrow-115"/>
          <p:cNvSpPr/>
          <p:nvPr/>
        </p:nvSpPr>
        <p:spPr>
          <a:xfrm>
            <a:off x="5371920" y="2898360"/>
            <a:ext cx="360" cy="292680"/>
          </a:xfrm>
          <a:prstGeom prst="line">
            <a:avLst/>
          </a:prstGeom>
          <a:ln w="19050">
            <a:solidFill>
              <a:srgbClr val="00696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box-116"/>
          <p:cNvSpPr/>
          <p:nvPr/>
        </p:nvSpPr>
        <p:spPr>
          <a:xfrm>
            <a:off x="4069080" y="3191400"/>
            <a:ext cx="2605680" cy="73116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0069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box-text-117"/>
          <p:cNvSpPr/>
          <p:nvPr/>
        </p:nvSpPr>
        <p:spPr>
          <a:xfrm>
            <a:off x="4123800" y="3191400"/>
            <a:ext cx="24958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Dense 64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ReLU · Dropout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arrow-118"/>
          <p:cNvSpPr/>
          <p:nvPr/>
        </p:nvSpPr>
        <p:spPr>
          <a:xfrm>
            <a:off x="5371920" y="3922560"/>
            <a:ext cx="360" cy="292680"/>
          </a:xfrm>
          <a:prstGeom prst="line">
            <a:avLst/>
          </a:prstGeom>
          <a:ln w="19050">
            <a:solidFill>
              <a:srgbClr val="00696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box-119"/>
          <p:cNvSpPr/>
          <p:nvPr/>
        </p:nvSpPr>
        <p:spPr>
          <a:xfrm>
            <a:off x="4069080" y="4215240"/>
            <a:ext cx="2605680" cy="73116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5875">
            <a:solidFill>
              <a:srgbClr val="0069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box-text-120"/>
          <p:cNvSpPr/>
          <p:nvPr/>
        </p:nvSpPr>
        <p:spPr>
          <a:xfrm>
            <a:off x="4123800" y="4215240"/>
            <a:ext cx="24958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Softmax · 4 класса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карман · рука · у уха · стол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ard-121"/>
          <p:cNvSpPr/>
          <p:nvPr/>
        </p:nvSpPr>
        <p:spPr>
          <a:xfrm>
            <a:off x="4069080" y="5440680"/>
            <a:ext cx="2605680" cy="731160"/>
          </a:xfrm>
          <a:prstGeom prst="roundRect">
            <a:avLst>
              <a:gd name="adj" fmla="val 15000"/>
            </a:avLst>
          </a:prstGeom>
          <a:solidFill>
            <a:schemeClr val="accent1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-122"/>
          <p:cNvSpPr/>
          <p:nvPr/>
        </p:nvSpPr>
        <p:spPr>
          <a:xfrm>
            <a:off x="4069080" y="5440680"/>
            <a:ext cx="2605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10 820 параметров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-123"/>
          <p:cNvSpPr/>
          <p:nvPr/>
        </p:nvSpPr>
        <p:spPr>
          <a:xfrm>
            <a:off x="6949440" y="11430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Физические правила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ard-124"/>
          <p:cNvSpPr/>
          <p:nvPr/>
        </p:nvSpPr>
        <p:spPr>
          <a:xfrm>
            <a:off x="6949440" y="1645920"/>
            <a:ext cx="4690440" cy="1325520"/>
          </a:xfrm>
          <a:prstGeom prst="roundRect">
            <a:avLst>
              <a:gd name="adj" fmla="val 8276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plate-125"/>
          <p:cNvSpPr/>
          <p:nvPr/>
        </p:nvSpPr>
        <p:spPr>
          <a:xfrm>
            <a:off x="7132320" y="1938600"/>
            <a:ext cx="731160" cy="7311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icon-126" descr="C:\Users\danl0\AppData\Local\Temp\claude\C--Users-danl0\64257144-142c-4560-8b2a-91b138f1175f\scratchpad\deck\assets\img28.png"/>
          <p:cNvPicPr/>
          <p:nvPr/>
        </p:nvPicPr>
        <p:blipFill>
          <a:blip r:embed="rId1"/>
          <a:stretch/>
        </p:blipFill>
        <p:spPr>
          <a:xfrm>
            <a:off x="7256520" y="2062800"/>
            <a:ext cx="482400" cy="4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-127"/>
          <p:cNvSpPr/>
          <p:nvPr/>
        </p:nvSpPr>
        <p:spPr>
          <a:xfrm>
            <a:off x="8046720" y="184716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Карман</a:t>
            </a:r>
            <a:endParaRPr lang="ru-MD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-128"/>
          <p:cNvSpPr/>
          <p:nvPr/>
        </p:nvSpPr>
        <p:spPr>
          <a:xfrm>
            <a:off x="8046720" y="2240280"/>
            <a:ext cx="3474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темно и датчик закрыт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ard-129"/>
          <p:cNvSpPr/>
          <p:nvPr/>
        </p:nvSpPr>
        <p:spPr>
          <a:xfrm>
            <a:off x="6949440" y="3154680"/>
            <a:ext cx="4690440" cy="1325520"/>
          </a:xfrm>
          <a:prstGeom prst="roundRect">
            <a:avLst>
              <a:gd name="adj" fmla="val 8276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plate-130"/>
          <p:cNvSpPr/>
          <p:nvPr/>
        </p:nvSpPr>
        <p:spPr>
          <a:xfrm>
            <a:off x="7132320" y="3447360"/>
            <a:ext cx="731160" cy="7311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4" name="icon-131" descr="C:\Users\danl0\AppData\Local\Temp\claude\C--Users-danl0\64257144-142c-4560-8b2a-91b138f1175f\scratchpad\deck\assets\img31.png"/>
          <p:cNvPicPr/>
          <p:nvPr/>
        </p:nvPicPr>
        <p:blipFill>
          <a:blip r:embed="rId2"/>
          <a:stretch/>
        </p:blipFill>
        <p:spPr>
          <a:xfrm>
            <a:off x="7256520" y="3571560"/>
            <a:ext cx="482400" cy="4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-132"/>
          <p:cNvSpPr/>
          <p:nvPr/>
        </p:nvSpPr>
        <p:spPr>
          <a:xfrm>
            <a:off x="8046720" y="335592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У уха</a:t>
            </a:r>
            <a:endParaRPr lang="ru-MD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-133"/>
          <p:cNvSpPr/>
          <p:nvPr/>
        </p:nvSpPr>
        <p:spPr>
          <a:xfrm>
            <a:off x="8046720" y="3749040"/>
            <a:ext cx="3474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датчик закрыт и экран стоит вертикально — поза, а не свет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ard-134"/>
          <p:cNvSpPr/>
          <p:nvPr/>
        </p:nvSpPr>
        <p:spPr>
          <a:xfrm>
            <a:off x="6949440" y="4663440"/>
            <a:ext cx="4690440" cy="1325520"/>
          </a:xfrm>
          <a:prstGeom prst="roundRect">
            <a:avLst>
              <a:gd name="adj" fmla="val 8276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plate-135"/>
          <p:cNvSpPr/>
          <p:nvPr/>
        </p:nvSpPr>
        <p:spPr>
          <a:xfrm>
            <a:off x="7132320" y="4956120"/>
            <a:ext cx="731160" cy="7311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icon-136" descr="C:\Users\danl0\AppData\Local\Temp\claude\C--Users-danl0\64257144-142c-4560-8b2a-91b138f1175f\scratchpad\deck\assets\img32.png"/>
          <p:cNvPicPr/>
          <p:nvPr/>
        </p:nvPicPr>
        <p:blipFill>
          <a:blip r:embed="rId3"/>
          <a:stretch/>
        </p:blipFill>
        <p:spPr>
          <a:xfrm>
            <a:off x="7256520" y="5080320"/>
            <a:ext cx="482400" cy="4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text-137"/>
          <p:cNvSpPr/>
          <p:nvPr/>
        </p:nvSpPr>
        <p:spPr>
          <a:xfrm>
            <a:off x="8046720" y="486468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Стол</a:t>
            </a:r>
            <a:endParaRPr lang="ru-MD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-138"/>
          <p:cNvSpPr/>
          <p:nvPr/>
        </p:nvSpPr>
        <p:spPr>
          <a:xfrm>
            <a:off x="8046720" y="5257800"/>
            <a:ext cx="3474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лежит плашмя и не дрожит; дрожь руки — значит, в руке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1500" b="0" u="none" strike="noStrike">
              <a:solidFill>
                <a:schemeClr val="dk2"/>
              </a:solidFill>
              <a:effectLst/>
              <a:uFillTx/>
              <a:latin typeface="Segoe UI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11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1ED91E-8BEA-49D4-B3DA-1E4D7AB66F4A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Пример: одно окно от сырого сигнала до ответа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175" name="card-139"/>
          <p:cNvSpPr/>
          <p:nvPr/>
        </p:nvSpPr>
        <p:spPr>
          <a:xfrm>
            <a:off x="548640" y="1143000"/>
            <a:ext cx="2669760" cy="5028840"/>
          </a:xfrm>
          <a:prstGeom prst="roundRect">
            <a:avLst>
              <a:gd name="adj" fmla="val 4110"/>
            </a:avLst>
          </a:prstGeom>
          <a:solidFill>
            <a:schemeClr val="accent5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badge-140"/>
          <p:cNvSpPr/>
          <p:nvPr/>
        </p:nvSpPr>
        <p:spPr>
          <a:xfrm>
            <a:off x="731520" y="1325880"/>
            <a:ext cx="347040" cy="347040"/>
          </a:xfrm>
          <a:prstGeom prst="ellipse">
            <a:avLst/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badge-num-141"/>
          <p:cNvSpPr/>
          <p:nvPr/>
        </p:nvSpPr>
        <p:spPr>
          <a:xfrm>
            <a:off x="731520" y="13258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1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-142"/>
          <p:cNvSpPr/>
          <p:nvPr/>
        </p:nvSpPr>
        <p:spPr>
          <a:xfrm>
            <a:off x="1188720" y="1307520"/>
            <a:ext cx="1938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Сигнал за 2,56 с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arrow-143"/>
          <p:cNvSpPr/>
          <p:nvPr/>
        </p:nvSpPr>
        <p:spPr>
          <a:xfrm>
            <a:off x="3227760" y="3657600"/>
            <a:ext cx="118800" cy="360"/>
          </a:xfrm>
          <a:prstGeom prst="line">
            <a:avLst/>
          </a:prstGeom>
          <a:ln w="19050">
            <a:solidFill>
              <a:srgbClr val="5B647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card-144"/>
          <p:cNvSpPr/>
          <p:nvPr/>
        </p:nvSpPr>
        <p:spPr>
          <a:xfrm>
            <a:off x="3355920" y="1143000"/>
            <a:ext cx="2669760" cy="5028840"/>
          </a:xfrm>
          <a:prstGeom prst="roundRect">
            <a:avLst>
              <a:gd name="adj" fmla="val 4110"/>
            </a:avLst>
          </a:prstGeom>
          <a:solidFill>
            <a:schemeClr val="accent3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badge-145"/>
          <p:cNvSpPr/>
          <p:nvPr/>
        </p:nvSpPr>
        <p:spPr>
          <a:xfrm>
            <a:off x="3538800" y="1325880"/>
            <a:ext cx="347040" cy="34704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badge-num-146"/>
          <p:cNvSpPr/>
          <p:nvPr/>
        </p:nvSpPr>
        <p:spPr>
          <a:xfrm>
            <a:off x="3538800" y="13258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2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-147"/>
          <p:cNvSpPr/>
          <p:nvPr/>
        </p:nvSpPr>
        <p:spPr>
          <a:xfrm>
            <a:off x="3996000" y="1307520"/>
            <a:ext cx="1938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Положение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arrow-148"/>
          <p:cNvSpPr/>
          <p:nvPr/>
        </p:nvSpPr>
        <p:spPr>
          <a:xfrm>
            <a:off x="6035040" y="3657600"/>
            <a:ext cx="118800" cy="360"/>
          </a:xfrm>
          <a:prstGeom prst="line">
            <a:avLst/>
          </a:prstGeom>
          <a:ln w="19050">
            <a:solidFill>
              <a:srgbClr val="5B647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card-149"/>
          <p:cNvSpPr/>
          <p:nvPr/>
        </p:nvSpPr>
        <p:spPr>
          <a:xfrm>
            <a:off x="6163200" y="1143000"/>
            <a:ext cx="2669760" cy="5028840"/>
          </a:xfrm>
          <a:prstGeom prst="roundRect">
            <a:avLst>
              <a:gd name="adj" fmla="val 4110"/>
            </a:avLst>
          </a:prstGeom>
          <a:solidFill>
            <a:schemeClr val="accent4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badge-150"/>
          <p:cNvSpPr/>
          <p:nvPr/>
        </p:nvSpPr>
        <p:spPr>
          <a:xfrm>
            <a:off x="6346080" y="1325880"/>
            <a:ext cx="347040" cy="3470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badge-num-151"/>
          <p:cNvSpPr/>
          <p:nvPr/>
        </p:nvSpPr>
        <p:spPr>
          <a:xfrm>
            <a:off x="6346080" y="13258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3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-152"/>
          <p:cNvSpPr/>
          <p:nvPr/>
        </p:nvSpPr>
        <p:spPr>
          <a:xfrm>
            <a:off x="6803280" y="1307520"/>
            <a:ext cx="1938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Активность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arrow-153"/>
          <p:cNvSpPr/>
          <p:nvPr/>
        </p:nvSpPr>
        <p:spPr>
          <a:xfrm>
            <a:off x="8841960" y="3657600"/>
            <a:ext cx="119160" cy="360"/>
          </a:xfrm>
          <a:prstGeom prst="line">
            <a:avLst/>
          </a:prstGeom>
          <a:ln w="19050">
            <a:solidFill>
              <a:srgbClr val="5B647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ard-154"/>
          <p:cNvSpPr/>
          <p:nvPr/>
        </p:nvSpPr>
        <p:spPr>
          <a:xfrm>
            <a:off x="8970120" y="1143000"/>
            <a:ext cx="2669760" cy="5028840"/>
          </a:xfrm>
          <a:prstGeom prst="roundRect">
            <a:avLst>
              <a:gd name="adj" fmla="val 4110"/>
            </a:avLst>
          </a:prstGeom>
          <a:solidFill>
            <a:schemeClr val="accent1">
              <a:alpha val="9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badge-155"/>
          <p:cNvSpPr/>
          <p:nvPr/>
        </p:nvSpPr>
        <p:spPr>
          <a:xfrm>
            <a:off x="9153000" y="1325880"/>
            <a:ext cx="347040" cy="3470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badge-num-156"/>
          <p:cNvSpPr/>
          <p:nvPr/>
        </p:nvSpPr>
        <p:spPr>
          <a:xfrm>
            <a:off x="9153000" y="13258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4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-157"/>
          <p:cNvSpPr/>
          <p:nvPr/>
        </p:nvSpPr>
        <p:spPr>
          <a:xfrm>
            <a:off x="9610200" y="1307520"/>
            <a:ext cx="1938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Ответ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-158"/>
          <p:cNvSpPr/>
          <p:nvPr/>
        </p:nvSpPr>
        <p:spPr>
          <a:xfrm>
            <a:off x="731520" y="1874520"/>
            <a:ext cx="2304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Акселерометр, м/с²  X Y Z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5" name="acc-chart-159"/>
          <p:cNvGraphicFramePr/>
          <p:nvPr/>
        </p:nvGraphicFramePr>
        <p:xfrm>
          <a:off x="594360" y="2148840"/>
          <a:ext cx="2578320" cy="219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96" name="rich-160"/>
          <p:cNvSpPr/>
          <p:nvPr/>
        </p:nvSpPr>
        <p:spPr>
          <a:xfrm>
            <a:off x="731520" y="4526280"/>
            <a:ext cx="23040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удары о ступени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светло, экран открыт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телефон раскачивается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place-chart-161"/>
          <p:cNvGraphicFramePr/>
          <p:nvPr/>
        </p:nvGraphicFramePr>
        <p:xfrm>
          <a:off x="3401640" y="1920240"/>
          <a:ext cx="2578320" cy="2377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98" name="card-162"/>
          <p:cNvSpPr/>
          <p:nvPr/>
        </p:nvSpPr>
        <p:spPr>
          <a:xfrm>
            <a:off x="3493080" y="4709160"/>
            <a:ext cx="2395440" cy="123408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hand-163" descr="C:\Users\danl0\AppData\Local\Temp\claude\C--Users-danl0\64257144-142c-4560-8b2a-91b138f1175f\scratchpad\deck\assets\img26.png"/>
          <p:cNvPicPr/>
          <p:nvPr/>
        </p:nvPicPr>
        <p:blipFill>
          <a:blip r:embed="rId3"/>
          <a:stretch/>
        </p:blipFill>
        <p:spPr>
          <a:xfrm>
            <a:off x="3630240" y="4937760"/>
            <a:ext cx="776880" cy="77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text-164"/>
          <p:cNvSpPr/>
          <p:nvPr/>
        </p:nvSpPr>
        <p:spPr>
          <a:xfrm>
            <a:off x="4544640" y="4709160"/>
            <a:ext cx="129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в руке</a:t>
            </a:r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act-chart-165"/>
          <p:cNvGraphicFramePr/>
          <p:nvPr/>
        </p:nvGraphicFramePr>
        <p:xfrm>
          <a:off x="6208920" y="1920240"/>
          <a:ext cx="2578320" cy="2377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02" name="card-166"/>
          <p:cNvSpPr/>
          <p:nvPr/>
        </p:nvSpPr>
        <p:spPr>
          <a:xfrm>
            <a:off x="6300360" y="4709160"/>
            <a:ext cx="2395440" cy="123408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down-167" descr="C:\Users\danl0\AppData\Local\Temp\claude\C--Users-danl0\64257144-142c-4560-8b2a-91b138f1175f\scratchpad\deck\assets\img6.png"/>
          <p:cNvPicPr/>
          <p:nvPr/>
        </p:nvPicPr>
        <p:blipFill>
          <a:blip r:embed="rId5"/>
          <a:stretch/>
        </p:blipFill>
        <p:spPr>
          <a:xfrm>
            <a:off x="6437520" y="4937760"/>
            <a:ext cx="776880" cy="77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-168"/>
          <p:cNvSpPr/>
          <p:nvPr/>
        </p:nvSpPr>
        <p:spPr>
          <a:xfrm>
            <a:off x="7351920" y="4709160"/>
            <a:ext cx="129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accent4"/>
                </a:solidFill>
                <a:effectLst/>
                <a:uFillTx/>
                <a:latin typeface="Segoe UI"/>
              </a:rPr>
              <a:t>лестница вниз</a:t>
            </a:r>
            <a:endParaRPr lang="ru-MD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-169"/>
          <p:cNvSpPr/>
          <p:nvPr/>
        </p:nvSpPr>
        <p:spPr>
          <a:xfrm>
            <a:off x="9153000" y="2011680"/>
            <a:ext cx="2304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Лестница вниз</a:t>
            </a:r>
            <a:endParaRPr lang="ru-MD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-170"/>
          <p:cNvSpPr/>
          <p:nvPr/>
        </p:nvSpPr>
        <p:spPr>
          <a:xfrm>
            <a:off x="9153000" y="2514600"/>
            <a:ext cx="2304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телефон в руке</a:t>
            </a:r>
            <a:endParaRPr lang="ru-MD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check-171" descr="C:\Users\danl0\AppData\Local\Temp\claude\C--Users-danl0\64257144-142c-4560-8b2a-91b138f1175f\scratchpad\deck\assets\img27.png"/>
          <p:cNvPicPr/>
          <p:nvPr/>
        </p:nvPicPr>
        <p:blipFill>
          <a:blip r:embed="rId6"/>
          <a:stretch/>
        </p:blipFill>
        <p:spPr>
          <a:xfrm>
            <a:off x="9153000" y="331920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-172"/>
          <p:cNvSpPr/>
          <p:nvPr/>
        </p:nvSpPr>
        <p:spPr>
          <a:xfrm>
            <a:off x="9610200" y="3291840"/>
            <a:ext cx="1892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положение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-173"/>
          <p:cNvSpPr/>
          <p:nvPr/>
        </p:nvSpPr>
        <p:spPr>
          <a:xfrm>
            <a:off x="9610200" y="3620880"/>
            <a:ext cx="1892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в руке спуск возможен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" name="check-174" descr="C:\Users\danl0\AppData\Local\Temp\claude\C--Users-danl0\64257144-142c-4560-8b2a-91b138f1175f\scratchpad\deck\assets\img27.png"/>
          <p:cNvPicPr/>
          <p:nvPr/>
        </p:nvPicPr>
        <p:blipFill>
          <a:blip r:embed="rId7"/>
          <a:stretch/>
        </p:blipFill>
        <p:spPr>
          <a:xfrm>
            <a:off x="9153000" y="423360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text-175"/>
          <p:cNvSpPr/>
          <p:nvPr/>
        </p:nvSpPr>
        <p:spPr>
          <a:xfrm>
            <a:off x="9610200" y="4206240"/>
            <a:ext cx="1892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темп 140 шаг/мин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-176"/>
          <p:cNvSpPr/>
          <p:nvPr/>
        </p:nvSpPr>
        <p:spPr>
          <a:xfrm>
            <a:off x="9610200" y="4535280"/>
            <a:ext cx="1892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ниже порога бега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check-177" descr="C:\Users\danl0\AppData\Local\Temp\claude\C--Users-danl0\64257144-142c-4560-8b2a-91b138f1175f\scratchpad\deck\assets\img27.png"/>
          <p:cNvPicPr/>
          <p:nvPr/>
        </p:nvPicPr>
        <p:blipFill>
          <a:blip r:embed="rId8"/>
          <a:stretch/>
        </p:blipFill>
        <p:spPr>
          <a:xfrm>
            <a:off x="9153000" y="514800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-178"/>
          <p:cNvSpPr/>
          <p:nvPr/>
        </p:nvSpPr>
        <p:spPr>
          <a:xfrm>
            <a:off x="9610200" y="5120640"/>
            <a:ext cx="1892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6 шагов в окне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-179"/>
          <p:cNvSpPr/>
          <p:nvPr/>
        </p:nvSpPr>
        <p:spPr>
          <a:xfrm>
            <a:off x="9610200" y="5449680"/>
            <a:ext cx="1892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есть шаговый ритм</a:t>
            </a:r>
            <a:endParaRPr lang="ru-MD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1500" b="0" u="none" strike="noStrike">
              <a:solidFill>
                <a:schemeClr val="dk2"/>
              </a:solidFill>
              <a:effectLst/>
              <a:uFillTx/>
              <a:latin typeface="Segoe UI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12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4485DF-5CF8-492B-A692-A428E2A250F3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Данные: четыре открытых набора и собственные записи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graphicFrame>
        <p:nvGraphicFramePr>
          <p:cNvPr id="219" name="datasets-table-180"/>
          <p:cNvGraphicFramePr/>
          <p:nvPr/>
        </p:nvGraphicFramePr>
        <p:xfrm>
          <a:off x="548640" y="1143000"/>
          <a:ext cx="8000640" cy="3918960"/>
        </p:xfrm>
        <a:graphic>
          <a:graphicData uri="http://schemas.openxmlformats.org/drawingml/2006/table">
            <a:tbl>
              <a:tblPr/>
              <a:tblGrid>
                <a:gridCol w="2194560"/>
                <a:gridCol w="777240"/>
                <a:gridCol w="2606040"/>
                <a:gridCol w="242316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Набор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Людей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Положение телефона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Что даёт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UCI HAR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Anguita et al., 2013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30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пояс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ходьба, подъём, спуск, покой (сидя, стоя, лёжа)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RealWorld HAR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Sztyler, Stuckenschmidt, 2016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15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7 мест: бедро → карман, голова → у уха, ещё 4 (голень исключена)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все классы, кроме велосипеда; бег; освещённость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MotionSense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Malekzadeh et al., 2019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24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передний карман (iPhone 6s)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ходьба, бег, подъём, спуск, покой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Shoaib et al., 2014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Univ. of Twente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10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два кармана, запястье, плечо, пояс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велосипед и лестница; одновременная запись в 5 местах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Собственные записи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20.09–09.10.2026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карман, рука, стол — этот телефон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ситуации, которых нет в открытых данных: рука, стол, темнота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ExtraSensory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Vaizman et al., 2017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60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карман, рука, стол, разговор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i="1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загрузчик готов; в текущую модель не вошёл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0" name="text-181"/>
          <p:cNvSpPr/>
          <p:nvPr/>
        </p:nvSpPr>
        <p:spPr>
          <a:xfrm>
            <a:off x="8823960" y="114300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Окна по классам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" name="classes-chart-182"/>
          <p:cNvGraphicFramePr/>
          <p:nvPr/>
        </p:nvGraphicFramePr>
        <p:xfrm>
          <a:off x="8686800" y="1417320"/>
          <a:ext cx="3017160" cy="475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1500" b="0" u="none" strike="noStrike">
              <a:solidFill>
                <a:schemeClr val="dk2"/>
              </a:solidFill>
              <a:effectLst/>
              <a:uFillTx/>
              <a:latin typeface="Segoe UI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13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31E64A-35D3-428B-8CCA-E11D4B260CA7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15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Сигнатуры активностей (1/2): амплитуда и ритм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Распределения по 181 559 окнам: выделен межквартильный размах, тёмный столбец — медиана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226" name="plate-183"/>
          <p:cNvSpPr/>
          <p:nvPr/>
        </p:nvSpPr>
        <p:spPr>
          <a:xfrm>
            <a:off x="315756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7" name="icon-184" descr="C:\Users\danl0\AppData\Local\Temp\claude\C--Users-danl0\64257144-142c-4560-8b2a-91b138f1175f\scratchpad\deck\assets\img2.png"/>
          <p:cNvPicPr/>
          <p:nvPr/>
        </p:nvPicPr>
        <p:blipFill>
          <a:blip r:embed="rId1"/>
          <a:stretch/>
        </p:blipFill>
        <p:spPr>
          <a:xfrm>
            <a:off x="322596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plate-185"/>
          <p:cNvSpPr/>
          <p:nvPr/>
        </p:nvSpPr>
        <p:spPr>
          <a:xfrm>
            <a:off x="466344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icon-186" descr="C:\Users\danl0\AppData\Local\Temp\claude\C--Users-danl0\64257144-142c-4560-8b2a-91b138f1175f\scratchpad\deck\assets\img3.png"/>
          <p:cNvPicPr/>
          <p:nvPr/>
        </p:nvPicPr>
        <p:blipFill>
          <a:blip r:embed="rId2"/>
          <a:stretch/>
        </p:blipFill>
        <p:spPr>
          <a:xfrm>
            <a:off x="473184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plate-187"/>
          <p:cNvSpPr/>
          <p:nvPr/>
        </p:nvSpPr>
        <p:spPr>
          <a:xfrm>
            <a:off x="616932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icon-188" descr="C:\Users\danl0\AppData\Local\Temp\claude\C--Users-danl0\64257144-142c-4560-8b2a-91b138f1175f\scratchpad\deck\assets\img4.png"/>
          <p:cNvPicPr/>
          <p:nvPr/>
        </p:nvPicPr>
        <p:blipFill>
          <a:blip r:embed="rId3"/>
          <a:stretch/>
        </p:blipFill>
        <p:spPr>
          <a:xfrm>
            <a:off x="623772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plate-189"/>
          <p:cNvSpPr/>
          <p:nvPr/>
        </p:nvSpPr>
        <p:spPr>
          <a:xfrm>
            <a:off x="767484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icon-190" descr="C:\Users\danl0\AppData\Local\Temp\claude\C--Users-danl0\64257144-142c-4560-8b2a-91b138f1175f\scratchpad\deck\assets\img5.png"/>
          <p:cNvPicPr/>
          <p:nvPr/>
        </p:nvPicPr>
        <p:blipFill>
          <a:blip r:embed="rId4"/>
          <a:stretch/>
        </p:blipFill>
        <p:spPr>
          <a:xfrm>
            <a:off x="774324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plate-191"/>
          <p:cNvSpPr/>
          <p:nvPr/>
        </p:nvSpPr>
        <p:spPr>
          <a:xfrm>
            <a:off x="918072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icon-192" descr="C:\Users\danl0\AppData\Local\Temp\claude\C--Users-danl0\64257144-142c-4560-8b2a-91b138f1175f\scratchpad\deck\assets\img6.png"/>
          <p:cNvPicPr/>
          <p:nvPr/>
        </p:nvPicPr>
        <p:blipFill>
          <a:blip r:embed="rId5"/>
          <a:stretch/>
        </p:blipFill>
        <p:spPr>
          <a:xfrm>
            <a:off x="924912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te-193"/>
          <p:cNvSpPr/>
          <p:nvPr/>
        </p:nvSpPr>
        <p:spPr>
          <a:xfrm>
            <a:off x="1068624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7" name="icon-194" descr="C:\Users\danl0\AppData\Local\Temp\claude\C--Users-danl0\64257144-142c-4560-8b2a-91b138f1175f\scratchpad\deck\assets\img7.png"/>
          <p:cNvPicPr/>
          <p:nvPr/>
        </p:nvPicPr>
        <p:blipFill>
          <a:blip r:embed="rId6"/>
          <a:stretch/>
        </p:blipFill>
        <p:spPr>
          <a:xfrm>
            <a:off x="1075464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sig-head-195"/>
          <p:cNvSpPr/>
          <p:nvPr/>
        </p:nvSpPr>
        <p:spPr>
          <a:xfrm>
            <a:off x="548640" y="1874520"/>
            <a:ext cx="11091240" cy="3654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-196"/>
          <p:cNvSpPr/>
          <p:nvPr/>
        </p:nvSpPr>
        <p:spPr>
          <a:xfrm>
            <a:off x="658440" y="1874520"/>
            <a:ext cx="187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Признак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-197"/>
          <p:cNvSpPr/>
          <p:nvPr/>
        </p:nvSpPr>
        <p:spPr>
          <a:xfrm>
            <a:off x="260604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Покой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-198"/>
          <p:cNvSpPr/>
          <p:nvPr/>
        </p:nvSpPr>
        <p:spPr>
          <a:xfrm>
            <a:off x="411192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Ходьба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-199"/>
          <p:cNvSpPr/>
          <p:nvPr/>
        </p:nvSpPr>
        <p:spPr>
          <a:xfrm>
            <a:off x="561744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Бег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-200"/>
          <p:cNvSpPr/>
          <p:nvPr/>
        </p:nvSpPr>
        <p:spPr>
          <a:xfrm>
            <a:off x="712332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Подъём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-201"/>
          <p:cNvSpPr/>
          <p:nvPr/>
        </p:nvSpPr>
        <p:spPr>
          <a:xfrm>
            <a:off x="862884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Спуск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-202"/>
          <p:cNvSpPr/>
          <p:nvPr/>
        </p:nvSpPr>
        <p:spPr>
          <a:xfrm>
            <a:off x="1013472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Велосипед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-203"/>
          <p:cNvSpPr/>
          <p:nvPr/>
        </p:nvSpPr>
        <p:spPr>
          <a:xfrm>
            <a:off x="658440" y="237744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СКО модуля ускорения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-204"/>
          <p:cNvSpPr/>
          <p:nvPr/>
        </p:nvSpPr>
        <p:spPr>
          <a:xfrm>
            <a:off x="658440" y="289872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м/с² · шкала 0,01–9,29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ig-hl-205"/>
          <p:cNvSpPr/>
          <p:nvPr/>
        </p:nvSpPr>
        <p:spPr>
          <a:xfrm>
            <a:off x="2606040" y="2240280"/>
            <a:ext cx="1505520" cy="1352880"/>
          </a:xfrm>
          <a:prstGeom prst="rect">
            <a:avLst/>
          </a:prstGeom>
          <a:solidFill>
            <a:srgbClr val="DDEF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-206"/>
          <p:cNvSpPr/>
          <p:nvPr/>
        </p:nvSpPr>
        <p:spPr>
          <a:xfrm>
            <a:off x="260604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0,04 [0,03–0,09]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0" name="hist-acc_mag_std-STILL-207"/>
          <p:cNvGraphicFramePr/>
          <p:nvPr/>
        </p:nvGraphicFramePr>
        <p:xfrm>
          <a:off x="2651760" y="251460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51" name="text-208"/>
          <p:cNvSpPr/>
          <p:nvPr/>
        </p:nvSpPr>
        <p:spPr>
          <a:xfrm>
            <a:off x="411192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2,89 [2,25–4,36]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hist-acc_mag_std-WALKING-209"/>
          <p:cNvGraphicFramePr/>
          <p:nvPr/>
        </p:nvGraphicFramePr>
        <p:xfrm>
          <a:off x="4157640" y="251460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53" name="sig-hl-210"/>
          <p:cNvSpPr/>
          <p:nvPr/>
        </p:nvSpPr>
        <p:spPr>
          <a:xfrm>
            <a:off x="5617440" y="2240280"/>
            <a:ext cx="1505520" cy="1352880"/>
          </a:xfrm>
          <a:prstGeom prst="rect">
            <a:avLst/>
          </a:prstGeom>
          <a:solidFill>
            <a:srgbClr val="DDEF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-211"/>
          <p:cNvSpPr/>
          <p:nvPr/>
        </p:nvSpPr>
        <p:spPr>
          <a:xfrm>
            <a:off x="561744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6,64 [5,90–7,47]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5" name="hist-acc_mag_std-RUNNING-212"/>
          <p:cNvGraphicFramePr/>
          <p:nvPr/>
        </p:nvGraphicFramePr>
        <p:xfrm>
          <a:off x="5663160" y="251460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256" name="text-213"/>
          <p:cNvSpPr/>
          <p:nvPr/>
        </p:nvSpPr>
        <p:spPr>
          <a:xfrm>
            <a:off x="712332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2,69 [2,22–3,34]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7" name="hist-acc_mag_std-STAIRS_UP-214"/>
          <p:cNvGraphicFramePr/>
          <p:nvPr/>
        </p:nvGraphicFramePr>
        <p:xfrm>
          <a:off x="7169040" y="251460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258" name="sig-hl-215"/>
          <p:cNvSpPr/>
          <p:nvPr/>
        </p:nvSpPr>
        <p:spPr>
          <a:xfrm>
            <a:off x="8628840" y="2240280"/>
            <a:ext cx="1505520" cy="1352880"/>
          </a:xfrm>
          <a:prstGeom prst="rect">
            <a:avLst/>
          </a:prstGeom>
          <a:solidFill>
            <a:srgbClr val="DDEF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-216"/>
          <p:cNvSpPr/>
          <p:nvPr/>
        </p:nvSpPr>
        <p:spPr>
          <a:xfrm>
            <a:off x="862884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3,78 [3,07–4,53]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0" name="hist-acc_mag_std-STAIRS_DOWN-217"/>
          <p:cNvGraphicFramePr/>
          <p:nvPr/>
        </p:nvGraphicFramePr>
        <p:xfrm>
          <a:off x="8674560" y="251460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261" name="text-218"/>
          <p:cNvSpPr/>
          <p:nvPr/>
        </p:nvSpPr>
        <p:spPr>
          <a:xfrm>
            <a:off x="1013472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1,56 [0,99–2,15]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2" name="hist-acc_mag_std-CYCLING-219"/>
          <p:cNvGraphicFramePr/>
          <p:nvPr/>
        </p:nvGraphicFramePr>
        <p:xfrm>
          <a:off x="10180440" y="251460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sp>
        <p:nvSpPr>
          <p:cNvPr id="263" name="arrow-220"/>
          <p:cNvSpPr/>
          <p:nvPr/>
        </p:nvSpPr>
        <p:spPr>
          <a:xfrm>
            <a:off x="548640" y="3593520"/>
            <a:ext cx="11091600" cy="360"/>
          </a:xfrm>
          <a:prstGeom prst="line">
            <a:avLst/>
          </a:prstGeom>
          <a:ln w="9525">
            <a:solidFill>
              <a:srgbClr val="D9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-221"/>
          <p:cNvSpPr/>
          <p:nvPr/>
        </p:nvSpPr>
        <p:spPr>
          <a:xfrm>
            <a:off x="658440" y="373068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Частота главного пика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-222"/>
          <p:cNvSpPr/>
          <p:nvPr/>
        </p:nvSpPr>
        <p:spPr>
          <a:xfrm>
            <a:off x="658440" y="42519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Гц · шкала 0,50–5,00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-223"/>
          <p:cNvSpPr/>
          <p:nvPr/>
        </p:nvSpPr>
        <p:spPr>
          <a:xfrm>
            <a:off x="2606040" y="36486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шум, нет ритма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7" name="hist-dominant_freq_hz-STILL-224"/>
          <p:cNvGraphicFramePr/>
          <p:nvPr/>
        </p:nvGraphicFramePr>
        <p:xfrm>
          <a:off x="2651760" y="386784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sp>
        <p:nvSpPr>
          <p:cNvPr id="268" name="text-225"/>
          <p:cNvSpPr/>
          <p:nvPr/>
        </p:nvSpPr>
        <p:spPr>
          <a:xfrm>
            <a:off x="4111920" y="36486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1,84 [1,68–1,93]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9" name="hist-dominant_freq_hz-WALKING-226"/>
          <p:cNvGraphicFramePr/>
          <p:nvPr/>
        </p:nvGraphicFramePr>
        <p:xfrm>
          <a:off x="4157640" y="386784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sp>
        <p:nvSpPr>
          <p:cNvPr id="270" name="sig-hl-227"/>
          <p:cNvSpPr/>
          <p:nvPr/>
        </p:nvSpPr>
        <p:spPr>
          <a:xfrm>
            <a:off x="5617440" y="3593520"/>
            <a:ext cx="1505520" cy="1352880"/>
          </a:xfrm>
          <a:prstGeom prst="rect">
            <a:avLst/>
          </a:prstGeom>
          <a:solidFill>
            <a:srgbClr val="DDEF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-228"/>
          <p:cNvSpPr/>
          <p:nvPr/>
        </p:nvSpPr>
        <p:spPr>
          <a:xfrm>
            <a:off x="5617440" y="36486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2,69 [2,59–2,80]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hist-dominant_freq_hz-RUNNING-229"/>
          <p:cNvGraphicFramePr/>
          <p:nvPr/>
        </p:nvGraphicFramePr>
        <p:xfrm>
          <a:off x="5663160" y="386784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73" name="sig-hl-230"/>
          <p:cNvSpPr/>
          <p:nvPr/>
        </p:nvSpPr>
        <p:spPr>
          <a:xfrm>
            <a:off x="7123320" y="3593520"/>
            <a:ext cx="1505520" cy="1352880"/>
          </a:xfrm>
          <a:prstGeom prst="rect">
            <a:avLst/>
          </a:prstGeom>
          <a:solidFill>
            <a:srgbClr val="DDEF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-231"/>
          <p:cNvSpPr/>
          <p:nvPr/>
        </p:nvSpPr>
        <p:spPr>
          <a:xfrm>
            <a:off x="7123320" y="36486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1,60 [1,47–1,80]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5" name="hist-dominant_freq_hz-STAIRS_UP-232"/>
          <p:cNvGraphicFramePr/>
          <p:nvPr/>
        </p:nvGraphicFramePr>
        <p:xfrm>
          <a:off x="7169040" y="386784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76" name="text-233"/>
          <p:cNvSpPr/>
          <p:nvPr/>
        </p:nvSpPr>
        <p:spPr>
          <a:xfrm>
            <a:off x="8628840" y="36486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1,91 [1,71–2,08]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7" name="hist-dominant_freq_hz-STAIRS_DOWN-234"/>
          <p:cNvGraphicFramePr/>
          <p:nvPr/>
        </p:nvGraphicFramePr>
        <p:xfrm>
          <a:off x="8674560" y="386784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sp>
        <p:nvSpPr>
          <p:cNvPr id="278" name="text-235"/>
          <p:cNvSpPr/>
          <p:nvPr/>
        </p:nvSpPr>
        <p:spPr>
          <a:xfrm>
            <a:off x="10134720" y="36486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1,57 [0,85–3,49]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9" name="hist-dominant_freq_hz-CYCLING-236"/>
          <p:cNvGraphicFramePr/>
          <p:nvPr/>
        </p:nvGraphicFramePr>
        <p:xfrm>
          <a:off x="10180440" y="386784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sp>
        <p:nvSpPr>
          <p:cNvPr id="280" name="arrow-237"/>
          <p:cNvSpPr/>
          <p:nvPr/>
        </p:nvSpPr>
        <p:spPr>
          <a:xfrm>
            <a:off x="548640" y="4946760"/>
            <a:ext cx="11091600" cy="360"/>
          </a:xfrm>
          <a:prstGeom prst="line">
            <a:avLst/>
          </a:prstGeom>
          <a:ln w="9525">
            <a:solidFill>
              <a:srgbClr val="D9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-238"/>
          <p:cNvSpPr/>
          <p:nvPr/>
        </p:nvSpPr>
        <p:spPr>
          <a:xfrm>
            <a:off x="658440" y="508392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Мощность главного пика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-239"/>
          <p:cNvSpPr/>
          <p:nvPr/>
        </p:nvSpPr>
        <p:spPr>
          <a:xfrm>
            <a:off x="658440" y="560520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м/с² · шкала 0,00–4,85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-240"/>
          <p:cNvSpPr/>
          <p:nvPr/>
        </p:nvSpPr>
        <p:spPr>
          <a:xfrm>
            <a:off x="2606040" y="500184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0,01 [0,01–0,02]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4" name="hist-dominant_power-STILL-241"/>
          <p:cNvGraphicFramePr/>
          <p:nvPr/>
        </p:nvGraphicFramePr>
        <p:xfrm>
          <a:off x="2651760" y="522108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sp>
        <p:nvSpPr>
          <p:cNvPr id="285" name="text-242"/>
          <p:cNvSpPr/>
          <p:nvPr/>
        </p:nvSpPr>
        <p:spPr>
          <a:xfrm>
            <a:off x="4111920" y="500184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1,42 [1,11–1,87]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hist-dominant_power-WALKING-243"/>
          <p:cNvGraphicFramePr/>
          <p:nvPr/>
        </p:nvGraphicFramePr>
        <p:xfrm>
          <a:off x="4157640" y="522108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sp>
        <p:nvSpPr>
          <p:cNvPr id="287" name="text-244"/>
          <p:cNvSpPr/>
          <p:nvPr/>
        </p:nvSpPr>
        <p:spPr>
          <a:xfrm>
            <a:off x="5617440" y="500184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3,46 [2,75–4,09]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8" name="hist-dominant_power-RUNNING-245"/>
          <p:cNvGraphicFramePr/>
          <p:nvPr/>
        </p:nvGraphicFramePr>
        <p:xfrm>
          <a:off x="5663160" y="522108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sp>
        <p:nvSpPr>
          <p:cNvPr id="289" name="text-246"/>
          <p:cNvSpPr/>
          <p:nvPr/>
        </p:nvSpPr>
        <p:spPr>
          <a:xfrm>
            <a:off x="7123320" y="500184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1,33 [1,02–1,65]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0" name="hist-dominant_power-STAIRS_UP-247"/>
          <p:cNvGraphicFramePr/>
          <p:nvPr/>
        </p:nvGraphicFramePr>
        <p:xfrm>
          <a:off x="7169040" y="522108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sp>
        <p:nvSpPr>
          <p:cNvPr id="291" name="text-248"/>
          <p:cNvSpPr/>
          <p:nvPr/>
        </p:nvSpPr>
        <p:spPr>
          <a:xfrm>
            <a:off x="8628840" y="500184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1,76 [1,29–2,21]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2" name="hist-dominant_power-STAIRS_DOWN-249"/>
          <p:cNvGraphicFramePr/>
          <p:nvPr/>
        </p:nvGraphicFramePr>
        <p:xfrm>
          <a:off x="8674560" y="522108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sp>
        <p:nvSpPr>
          <p:cNvPr id="293" name="sig-hl-250"/>
          <p:cNvSpPr/>
          <p:nvPr/>
        </p:nvSpPr>
        <p:spPr>
          <a:xfrm>
            <a:off x="10134720" y="4946760"/>
            <a:ext cx="1505520" cy="1352880"/>
          </a:xfrm>
          <a:prstGeom prst="rect">
            <a:avLst/>
          </a:prstGeom>
          <a:solidFill>
            <a:srgbClr val="DDEF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-251"/>
          <p:cNvSpPr/>
          <p:nvPr/>
        </p:nvSpPr>
        <p:spPr>
          <a:xfrm>
            <a:off x="10134720" y="500184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0,46 [0,25–0,79]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5" name="hist-dominant_power-CYCLING-252"/>
          <p:cNvGraphicFramePr/>
          <p:nvPr/>
        </p:nvGraphicFramePr>
        <p:xfrm>
          <a:off x="10180440" y="5221080"/>
          <a:ext cx="1414080" cy="1023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296" name="arrow-253"/>
          <p:cNvSpPr/>
          <p:nvPr/>
        </p:nvSpPr>
        <p:spPr>
          <a:xfrm>
            <a:off x="548640" y="6300000"/>
            <a:ext cx="11091600" cy="360"/>
          </a:xfrm>
          <a:prstGeom prst="line">
            <a:avLst/>
          </a:prstGeom>
          <a:ln w="9525">
            <a:solidFill>
              <a:srgbClr val="D9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4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0EF529-1F1B-46F1-8066-55DFF072F587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&lt;номер&gt;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Сигнатуры активностей (2/2): спектр, вращение, наклон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Распределения по 181 559 окнам: выделен межквартильный размах, тёмный столбец — медиана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00" name="plate-254"/>
          <p:cNvSpPr/>
          <p:nvPr/>
        </p:nvSpPr>
        <p:spPr>
          <a:xfrm>
            <a:off x="315756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1" name="icon-255" descr="C:\Users\danl0\AppData\Local\Temp\claude\C--Users-danl0\64257144-142c-4560-8b2a-91b138f1175f\scratchpad\deck\assets\img2.png"/>
          <p:cNvPicPr/>
          <p:nvPr/>
        </p:nvPicPr>
        <p:blipFill>
          <a:blip r:embed="rId1"/>
          <a:stretch/>
        </p:blipFill>
        <p:spPr>
          <a:xfrm>
            <a:off x="322596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plate-256"/>
          <p:cNvSpPr/>
          <p:nvPr/>
        </p:nvSpPr>
        <p:spPr>
          <a:xfrm>
            <a:off x="466344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3" name="icon-257" descr="C:\Users\danl0\AppData\Local\Temp\claude\C--Users-danl0\64257144-142c-4560-8b2a-91b138f1175f\scratchpad\deck\assets\img3.png"/>
          <p:cNvPicPr/>
          <p:nvPr/>
        </p:nvPicPr>
        <p:blipFill>
          <a:blip r:embed="rId2"/>
          <a:stretch/>
        </p:blipFill>
        <p:spPr>
          <a:xfrm>
            <a:off x="473184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4" name="plate-258"/>
          <p:cNvSpPr/>
          <p:nvPr/>
        </p:nvSpPr>
        <p:spPr>
          <a:xfrm>
            <a:off x="616932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5" name="icon-259" descr="C:\Users\danl0\AppData\Local\Temp\claude\C--Users-danl0\64257144-142c-4560-8b2a-91b138f1175f\scratchpad\deck\assets\img4.png"/>
          <p:cNvPicPr/>
          <p:nvPr/>
        </p:nvPicPr>
        <p:blipFill>
          <a:blip r:embed="rId3"/>
          <a:stretch/>
        </p:blipFill>
        <p:spPr>
          <a:xfrm>
            <a:off x="623772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plate-260"/>
          <p:cNvSpPr/>
          <p:nvPr/>
        </p:nvSpPr>
        <p:spPr>
          <a:xfrm>
            <a:off x="767484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7" name="icon-261" descr="C:\Users\danl0\AppData\Local\Temp\claude\C--Users-danl0\64257144-142c-4560-8b2a-91b138f1175f\scratchpad\deck\assets\img5.png"/>
          <p:cNvPicPr/>
          <p:nvPr/>
        </p:nvPicPr>
        <p:blipFill>
          <a:blip r:embed="rId4"/>
          <a:stretch/>
        </p:blipFill>
        <p:spPr>
          <a:xfrm>
            <a:off x="774324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plate-262"/>
          <p:cNvSpPr/>
          <p:nvPr/>
        </p:nvSpPr>
        <p:spPr>
          <a:xfrm>
            <a:off x="918072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9" name="icon-263" descr="C:\Users\danl0\AppData\Local\Temp\claude\C--Users-danl0\64257144-142c-4560-8b2a-91b138f1175f\scratchpad\deck\assets\img6.png"/>
          <p:cNvPicPr/>
          <p:nvPr/>
        </p:nvPicPr>
        <p:blipFill>
          <a:blip r:embed="rId5"/>
          <a:stretch/>
        </p:blipFill>
        <p:spPr>
          <a:xfrm>
            <a:off x="924912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0" name="plate-264"/>
          <p:cNvSpPr/>
          <p:nvPr/>
        </p:nvSpPr>
        <p:spPr>
          <a:xfrm>
            <a:off x="10686240" y="1417320"/>
            <a:ext cx="402120" cy="402120"/>
          </a:xfrm>
          <a:prstGeom prst="roundRect">
            <a:avLst>
              <a:gd name="adj" fmla="val 22727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icon-265" descr="C:\Users\danl0\AppData\Local\Temp\claude\C--Users-danl0\64257144-142c-4560-8b2a-91b138f1175f\scratchpad\deck\assets\img7.png"/>
          <p:cNvPicPr/>
          <p:nvPr/>
        </p:nvPicPr>
        <p:blipFill>
          <a:blip r:embed="rId6"/>
          <a:stretch/>
        </p:blipFill>
        <p:spPr>
          <a:xfrm>
            <a:off x="10754640" y="1485720"/>
            <a:ext cx="26532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sig-head-266"/>
          <p:cNvSpPr/>
          <p:nvPr/>
        </p:nvSpPr>
        <p:spPr>
          <a:xfrm>
            <a:off x="548640" y="1874520"/>
            <a:ext cx="11091240" cy="3654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-267"/>
          <p:cNvSpPr/>
          <p:nvPr/>
        </p:nvSpPr>
        <p:spPr>
          <a:xfrm>
            <a:off x="658440" y="1874520"/>
            <a:ext cx="187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Признак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-268"/>
          <p:cNvSpPr/>
          <p:nvPr/>
        </p:nvSpPr>
        <p:spPr>
          <a:xfrm>
            <a:off x="260604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Покой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-269"/>
          <p:cNvSpPr/>
          <p:nvPr/>
        </p:nvSpPr>
        <p:spPr>
          <a:xfrm>
            <a:off x="411192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Ходьба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-270"/>
          <p:cNvSpPr/>
          <p:nvPr/>
        </p:nvSpPr>
        <p:spPr>
          <a:xfrm>
            <a:off x="561744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Бег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-271"/>
          <p:cNvSpPr/>
          <p:nvPr/>
        </p:nvSpPr>
        <p:spPr>
          <a:xfrm>
            <a:off x="712332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Подъём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-272"/>
          <p:cNvSpPr/>
          <p:nvPr/>
        </p:nvSpPr>
        <p:spPr>
          <a:xfrm>
            <a:off x="862884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Спуск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-273"/>
          <p:cNvSpPr/>
          <p:nvPr/>
        </p:nvSpPr>
        <p:spPr>
          <a:xfrm>
            <a:off x="10134720" y="1874520"/>
            <a:ext cx="1505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Велосипед</a:t>
            </a:r>
            <a:endParaRPr lang="ru-MD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-274"/>
          <p:cNvSpPr/>
          <p:nvPr/>
        </p:nvSpPr>
        <p:spPr>
          <a:xfrm>
            <a:off x="658440" y="237744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Спектральная энтропия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-275"/>
          <p:cNvSpPr/>
          <p:nvPr/>
        </p:nvSpPr>
        <p:spPr>
          <a:xfrm>
            <a:off x="658440" y="289872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нат · шкала 0,98–2,28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-276"/>
          <p:cNvSpPr/>
          <p:nvPr/>
        </p:nvSpPr>
        <p:spPr>
          <a:xfrm>
            <a:off x="260604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2,05 [1,92–2,14]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3" name="hist-spectral_entropy-STILL-277"/>
          <p:cNvGraphicFramePr/>
          <p:nvPr/>
        </p:nvGraphicFramePr>
        <p:xfrm>
          <a:off x="2651760" y="2514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24" name="text-278"/>
          <p:cNvSpPr/>
          <p:nvPr/>
        </p:nvSpPr>
        <p:spPr>
          <a:xfrm>
            <a:off x="411192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1,65 [1,41–1,85]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5" name="hist-spectral_entropy-WALKING-279"/>
          <p:cNvGraphicFramePr/>
          <p:nvPr/>
        </p:nvGraphicFramePr>
        <p:xfrm>
          <a:off x="4157640" y="2514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326" name="text-280"/>
          <p:cNvSpPr/>
          <p:nvPr/>
        </p:nvSpPr>
        <p:spPr>
          <a:xfrm>
            <a:off x="561744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1,33 [1,11–1,72]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7" name="hist-spectral_entropy-RUNNING-281"/>
          <p:cNvGraphicFramePr/>
          <p:nvPr/>
        </p:nvGraphicFramePr>
        <p:xfrm>
          <a:off x="5663160" y="2514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28" name="text-282"/>
          <p:cNvSpPr/>
          <p:nvPr/>
        </p:nvSpPr>
        <p:spPr>
          <a:xfrm>
            <a:off x="712332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1,72 [1,48–1,92]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9" name="hist-spectral_entropy-STAIRS_UP-283"/>
          <p:cNvGraphicFramePr/>
          <p:nvPr/>
        </p:nvGraphicFramePr>
        <p:xfrm>
          <a:off x="7169040" y="2514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330" name="text-284"/>
          <p:cNvSpPr/>
          <p:nvPr/>
        </p:nvSpPr>
        <p:spPr>
          <a:xfrm>
            <a:off x="862884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1,70 [1,48–1,90]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1" name="hist-spectral_entropy-STAIRS_DOWN-285"/>
          <p:cNvGraphicFramePr/>
          <p:nvPr/>
        </p:nvGraphicFramePr>
        <p:xfrm>
          <a:off x="8674560" y="2514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332" name="text-286"/>
          <p:cNvSpPr/>
          <p:nvPr/>
        </p:nvSpPr>
        <p:spPr>
          <a:xfrm>
            <a:off x="10134720" y="2295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1,93 [1,71–2,07]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3" name="hist-spectral_entropy-CYCLING-287"/>
          <p:cNvGraphicFramePr/>
          <p:nvPr/>
        </p:nvGraphicFramePr>
        <p:xfrm>
          <a:off x="10180440" y="2514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sp>
        <p:nvSpPr>
          <p:cNvPr id="334" name="arrow-288"/>
          <p:cNvSpPr/>
          <p:nvPr/>
        </p:nvSpPr>
        <p:spPr>
          <a:xfrm>
            <a:off x="548640" y="3373920"/>
            <a:ext cx="11091600" cy="360"/>
          </a:xfrm>
          <a:prstGeom prst="line">
            <a:avLst/>
          </a:prstGeom>
          <a:ln w="9525">
            <a:solidFill>
              <a:srgbClr val="D9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-289"/>
          <p:cNvSpPr/>
          <p:nvPr/>
        </p:nvSpPr>
        <p:spPr>
          <a:xfrm>
            <a:off x="658440" y="351144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Среднее |ω|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-290"/>
          <p:cNvSpPr/>
          <p:nvPr/>
        </p:nvSpPr>
        <p:spPr>
          <a:xfrm>
            <a:off x="658440" y="40323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рад/с · шкала 0,01–4,70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-291"/>
          <p:cNvSpPr/>
          <p:nvPr/>
        </p:nvSpPr>
        <p:spPr>
          <a:xfrm>
            <a:off x="2606040" y="3429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0,05 [0,02–0,12]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8" name="hist-gyro_mag_mean-STILL-292"/>
          <p:cNvGraphicFramePr/>
          <p:nvPr/>
        </p:nvGraphicFramePr>
        <p:xfrm>
          <a:off x="2651760" y="3648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sp>
        <p:nvSpPr>
          <p:cNvPr id="339" name="text-293"/>
          <p:cNvSpPr/>
          <p:nvPr/>
        </p:nvSpPr>
        <p:spPr>
          <a:xfrm>
            <a:off x="4111920" y="3429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1,35 [0,64–2,03]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0" name="hist-gyro_mag_mean-WALKING-294"/>
          <p:cNvGraphicFramePr/>
          <p:nvPr/>
        </p:nvGraphicFramePr>
        <p:xfrm>
          <a:off x="4157640" y="3648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sp>
        <p:nvSpPr>
          <p:cNvPr id="341" name="text-295"/>
          <p:cNvSpPr/>
          <p:nvPr/>
        </p:nvSpPr>
        <p:spPr>
          <a:xfrm>
            <a:off x="5617440" y="3429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2,59 [1,50–3,44]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2" name="hist-gyro_mag_mean-RUNNING-296"/>
          <p:cNvGraphicFramePr/>
          <p:nvPr/>
        </p:nvGraphicFramePr>
        <p:xfrm>
          <a:off x="5663160" y="3648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343" name="text-297"/>
          <p:cNvSpPr/>
          <p:nvPr/>
        </p:nvSpPr>
        <p:spPr>
          <a:xfrm>
            <a:off x="7123320" y="3429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1,18 [0,70–1,89]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hist-gyro_mag_mean-STAIRS_UP-298"/>
          <p:cNvGraphicFramePr/>
          <p:nvPr/>
        </p:nvGraphicFramePr>
        <p:xfrm>
          <a:off x="7169040" y="3648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345" name="text-299"/>
          <p:cNvSpPr/>
          <p:nvPr/>
        </p:nvSpPr>
        <p:spPr>
          <a:xfrm>
            <a:off x="8628840" y="3429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1,29 [0,79–1,88]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6" name="hist-gyro_mag_mean-STAIRS_DOWN-300"/>
          <p:cNvGraphicFramePr/>
          <p:nvPr/>
        </p:nvGraphicFramePr>
        <p:xfrm>
          <a:off x="8674560" y="3648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sp>
        <p:nvSpPr>
          <p:cNvPr id="347" name="text-301"/>
          <p:cNvSpPr/>
          <p:nvPr/>
        </p:nvSpPr>
        <p:spPr>
          <a:xfrm>
            <a:off x="10134720" y="3429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0,66 [0,43–1,27]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8" name="hist-gyro_mag_mean-CYCLING-302"/>
          <p:cNvGraphicFramePr/>
          <p:nvPr/>
        </p:nvGraphicFramePr>
        <p:xfrm>
          <a:off x="10180440" y="364860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sp>
        <p:nvSpPr>
          <p:cNvPr id="349" name="arrow-303"/>
          <p:cNvSpPr/>
          <p:nvPr/>
        </p:nvSpPr>
        <p:spPr>
          <a:xfrm>
            <a:off x="548640" y="4507920"/>
            <a:ext cx="11091600" cy="360"/>
          </a:xfrm>
          <a:prstGeom prst="line">
            <a:avLst/>
          </a:prstGeom>
          <a:ln w="9525">
            <a:solidFill>
              <a:srgbClr val="D9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-304"/>
          <p:cNvSpPr/>
          <p:nvPr/>
        </p:nvSpPr>
        <p:spPr>
          <a:xfrm>
            <a:off x="658440" y="4645080"/>
            <a:ext cx="1874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Наклон телефона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-305"/>
          <p:cNvSpPr/>
          <p:nvPr/>
        </p:nvSpPr>
        <p:spPr>
          <a:xfrm>
            <a:off x="658440" y="51663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° · шкала 11–164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-306"/>
          <p:cNvSpPr/>
          <p:nvPr/>
        </p:nvSpPr>
        <p:spPr>
          <a:xfrm>
            <a:off x="2606040" y="4563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87 [67–98]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3" name="hist-tilt_deg-STILL-307"/>
          <p:cNvGraphicFramePr/>
          <p:nvPr/>
        </p:nvGraphicFramePr>
        <p:xfrm>
          <a:off x="2651760" y="478224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sp>
        <p:nvSpPr>
          <p:cNvPr id="354" name="text-308"/>
          <p:cNvSpPr/>
          <p:nvPr/>
        </p:nvSpPr>
        <p:spPr>
          <a:xfrm>
            <a:off x="4111920" y="4563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89 [84–94]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5" name="hist-tilt_deg-WALKING-309"/>
          <p:cNvGraphicFramePr/>
          <p:nvPr/>
        </p:nvGraphicFramePr>
        <p:xfrm>
          <a:off x="4157640" y="478224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sp>
        <p:nvSpPr>
          <p:cNvPr id="356" name="text-310"/>
          <p:cNvSpPr/>
          <p:nvPr/>
        </p:nvSpPr>
        <p:spPr>
          <a:xfrm>
            <a:off x="5617440" y="4563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92 [84–101]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7" name="hist-tilt_deg-RUNNING-311"/>
          <p:cNvGraphicFramePr/>
          <p:nvPr/>
        </p:nvGraphicFramePr>
        <p:xfrm>
          <a:off x="5663160" y="478224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sp>
        <p:nvSpPr>
          <p:cNvPr id="358" name="text-312"/>
          <p:cNvSpPr/>
          <p:nvPr/>
        </p:nvSpPr>
        <p:spPr>
          <a:xfrm>
            <a:off x="7123320" y="4563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91 [84–99]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9" name="hist-tilt_deg-STAIRS_UP-313"/>
          <p:cNvGraphicFramePr/>
          <p:nvPr/>
        </p:nvGraphicFramePr>
        <p:xfrm>
          <a:off x="7169040" y="478224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sp>
        <p:nvSpPr>
          <p:cNvPr id="360" name="text-314"/>
          <p:cNvSpPr/>
          <p:nvPr/>
        </p:nvSpPr>
        <p:spPr>
          <a:xfrm>
            <a:off x="8628840" y="4563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90 [83–98]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1" name="hist-tilt_deg-STAIRS_DOWN-315"/>
          <p:cNvGraphicFramePr/>
          <p:nvPr/>
        </p:nvGraphicFramePr>
        <p:xfrm>
          <a:off x="8674560" y="478224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sp>
        <p:nvSpPr>
          <p:cNvPr id="362" name="sig-hl-316"/>
          <p:cNvSpPr/>
          <p:nvPr/>
        </p:nvSpPr>
        <p:spPr>
          <a:xfrm>
            <a:off x="10134720" y="4507920"/>
            <a:ext cx="1505520" cy="1133640"/>
          </a:xfrm>
          <a:prstGeom prst="rect">
            <a:avLst/>
          </a:prstGeom>
          <a:solidFill>
            <a:srgbClr val="DDEF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-317"/>
          <p:cNvSpPr/>
          <p:nvPr/>
        </p:nvSpPr>
        <p:spPr>
          <a:xfrm>
            <a:off x="10134720" y="4563000"/>
            <a:ext cx="150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119 [107–140]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4" name="hist-tilt_deg-CYCLING-318"/>
          <p:cNvGraphicFramePr/>
          <p:nvPr/>
        </p:nvGraphicFramePr>
        <p:xfrm>
          <a:off x="10180440" y="4782240"/>
          <a:ext cx="1414080" cy="804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365" name="arrow-319"/>
          <p:cNvSpPr/>
          <p:nvPr/>
        </p:nvSpPr>
        <p:spPr>
          <a:xfrm>
            <a:off x="548640" y="5641560"/>
            <a:ext cx="11091600" cy="360"/>
          </a:xfrm>
          <a:prstGeom prst="line">
            <a:avLst/>
          </a:prstGeom>
          <a:ln w="9525">
            <a:solidFill>
              <a:srgbClr val="D9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ig-phys-320"/>
          <p:cNvSpPr/>
          <p:nvPr/>
        </p:nvSpPr>
        <p:spPr>
          <a:xfrm>
            <a:off x="548640" y="5641920"/>
            <a:ext cx="11091240" cy="566640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-321"/>
          <p:cNvSpPr/>
          <p:nvPr/>
        </p:nvSpPr>
        <p:spPr>
          <a:xfrm>
            <a:off x="658440" y="5641920"/>
            <a:ext cx="18741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Физика</a:t>
            </a:r>
            <a:endParaRPr lang="ru-MD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-322"/>
          <p:cNvSpPr/>
          <p:nvPr/>
        </p:nvSpPr>
        <p:spPr>
          <a:xfrm>
            <a:off x="2660760" y="5641920"/>
            <a:ext cx="1395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ускорение — шум датчика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-323"/>
          <p:cNvSpPr/>
          <p:nvPr/>
        </p:nvSpPr>
        <p:spPr>
          <a:xfrm>
            <a:off x="4166640" y="5641920"/>
            <a:ext cx="1395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один пик ≈ 110 шаг/мин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-324"/>
          <p:cNvSpPr/>
          <p:nvPr/>
        </p:nvSpPr>
        <p:spPr>
          <a:xfrm>
            <a:off x="5672160" y="5641920"/>
            <a:ext cx="1395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темп ×1,5, удар пятки: амплитуда ×2,3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-325"/>
          <p:cNvSpPr/>
          <p:nvPr/>
        </p:nvSpPr>
        <p:spPr>
          <a:xfrm>
            <a:off x="7178040" y="5641920"/>
            <a:ext cx="1395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темп ниже (≈ 96/мин), толчок вверх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-326"/>
          <p:cNvSpPr/>
          <p:nvPr/>
        </p:nvSpPr>
        <p:spPr>
          <a:xfrm>
            <a:off x="8683920" y="5641920"/>
            <a:ext cx="1395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удар о ступень: амплитуда +30 %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-327"/>
          <p:cNvSpPr/>
          <p:nvPr/>
        </p:nvSpPr>
        <p:spPr>
          <a:xfrm>
            <a:off x="10189440" y="5641920"/>
            <a:ext cx="13957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педали 1–1,5 Гц, ударов нет, спектр размыт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5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25BE7D-80B8-46E3-B487-34FA0EE3EB0F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&lt;номер&gt;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Результат на людях, которых модель не видела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graphicFrame>
        <p:nvGraphicFramePr>
          <p:cNvPr id="376" name="confusion-328"/>
          <p:cNvGraphicFramePr/>
          <p:nvPr/>
        </p:nvGraphicFramePr>
        <p:xfrm>
          <a:off x="548640" y="1143000"/>
          <a:ext cx="7223400" cy="4224240"/>
        </p:xfrm>
        <a:graphic>
          <a:graphicData uri="http://schemas.openxmlformats.org/drawingml/2006/table">
            <a:tbl>
              <a:tblPr/>
              <a:tblGrid>
                <a:gridCol w="1188720"/>
                <a:gridCol w="685800"/>
                <a:gridCol w="868680"/>
                <a:gridCol w="868680"/>
                <a:gridCol w="822960"/>
                <a:gridCol w="868680"/>
                <a:gridCol w="868680"/>
                <a:gridCol w="1051560"/>
              </a:tblGrid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Истина</a:t>
                      </a:r>
                      <a:endParaRPr lang="ru-MD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Окон</a:t>
                      </a:r>
                      <a:endParaRPr lang="ru-MD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Покой</a:t>
                      </a:r>
                      <a:endParaRPr lang="ru-MD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Ходьба</a:t>
                      </a:r>
                      <a:endParaRPr lang="ru-MD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Бег</a:t>
                      </a:r>
                      <a:endParaRPr lang="ru-MD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Подъём</a:t>
                      </a:r>
                      <a:endParaRPr lang="ru-MD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Спуск</a:t>
                      </a:r>
                      <a:endParaRPr lang="ru-MD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Велосипед</a:t>
                      </a:r>
                      <a:endParaRPr lang="ru-MD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Покой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7 716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94,6</a:t>
                      </a:r>
                      <a:endParaRPr lang="ru-MD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59A8A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3,4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DF0E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1,6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0,3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0,1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Ходьба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5 792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1,4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70,6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83BEC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0,2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15,6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5BB75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12,2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7CA9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Бег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5 286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0,7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97,4</a:t>
                      </a:r>
                      <a:endParaRPr lang="ru-MD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54A5A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0,8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1,1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Подъём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5 657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1,6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4,8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CEAD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0,5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91,3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5EABA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1,8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0,1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Спуск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5 615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2,2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EF5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3,7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DEFD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0,5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2,4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EF5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91,1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5FABA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0,1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Велосипед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5B6475"/>
                          </a:solidFill>
                          <a:effectLst/>
                          <a:uFillTx/>
                          <a:latin typeface="Segoe UI"/>
                        </a:rPr>
                        <a:t>695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0,0</a:t>
                      </a:r>
                      <a:endParaRPr lang="ru-MD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100,0</a:t>
                      </a:r>
                      <a:endParaRPr lang="ru-MD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4FA3A6"/>
                    </a:solidFill>
                  </a:tcPr>
                </a:tc>
              </a:tr>
            </a:tbl>
          </a:graphicData>
        </a:graphic>
      </p:graphicFrame>
      <p:sp>
        <p:nvSpPr>
          <p:cNvPr id="377" name="card-329"/>
          <p:cNvSpPr/>
          <p:nvPr/>
        </p:nvSpPr>
        <p:spPr>
          <a:xfrm>
            <a:off x="8092440" y="1143000"/>
            <a:ext cx="3547440" cy="12067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-330"/>
          <p:cNvSpPr/>
          <p:nvPr/>
        </p:nvSpPr>
        <p:spPr>
          <a:xfrm>
            <a:off x="8321040" y="125280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89,4 %</a:t>
            </a:r>
            <a:endParaRPr lang="ru-MD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-331"/>
          <p:cNvSpPr/>
          <p:nvPr/>
        </p:nvSpPr>
        <p:spPr>
          <a:xfrm>
            <a:off x="8321040" y="1856160"/>
            <a:ext cx="3108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точность (accuracy)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card-332"/>
          <p:cNvSpPr/>
          <p:nvPr/>
        </p:nvSpPr>
        <p:spPr>
          <a:xfrm>
            <a:off x="8092440" y="2514600"/>
            <a:ext cx="3547440" cy="12067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-333"/>
          <p:cNvSpPr/>
          <p:nvPr/>
        </p:nvSpPr>
        <p:spPr>
          <a:xfrm>
            <a:off x="8321040" y="262440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90,8 %</a:t>
            </a:r>
            <a:endParaRPr lang="ru-MD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-334"/>
          <p:cNvSpPr/>
          <p:nvPr/>
        </p:nvSpPr>
        <p:spPr>
          <a:xfrm>
            <a:off x="8321040" y="3227760"/>
            <a:ext cx="3108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средняя полнота по классам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card-335"/>
          <p:cNvSpPr/>
          <p:nvPr/>
        </p:nvSpPr>
        <p:spPr>
          <a:xfrm>
            <a:off x="8092440" y="3886200"/>
            <a:ext cx="3547440" cy="12067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-336"/>
          <p:cNvSpPr/>
          <p:nvPr/>
        </p:nvSpPr>
        <p:spPr>
          <a:xfrm>
            <a:off x="8321040" y="399600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96,5 %</a:t>
            </a:r>
            <a:endParaRPr lang="ru-MD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-337"/>
          <p:cNvSpPr/>
          <p:nvPr/>
        </p:nvSpPr>
        <p:spPr>
          <a:xfrm>
            <a:off x="8321040" y="4599360"/>
            <a:ext cx="3108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точность положения (карман, ухо)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1500" b="0" u="none" strike="noStrike">
              <a:solidFill>
                <a:schemeClr val="dk2"/>
              </a:solidFill>
              <a:effectLst/>
              <a:uFillTx/>
              <a:latin typeface="Segoe UI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16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67D9D0-79FB-43CA-93DB-9EC6E1B0848D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&lt;номер&gt;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Проверка по дням на собственных записях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graphicFrame>
        <p:nvGraphicFramePr>
          <p:cNvPr id="389" name="crossval-chart-338"/>
          <p:cNvGraphicFramePr/>
          <p:nvPr/>
        </p:nvGraphicFramePr>
        <p:xfrm>
          <a:off x="457200" y="1143000"/>
          <a:ext cx="7223400" cy="507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390" name="crossval-table-339"/>
          <p:cNvGraphicFramePr/>
          <p:nvPr/>
        </p:nvGraphicFramePr>
        <p:xfrm>
          <a:off x="7955280" y="1143000"/>
          <a:ext cx="3684600" cy="2962440"/>
        </p:xfrm>
        <a:graphic>
          <a:graphicData uri="http://schemas.openxmlformats.org/drawingml/2006/table">
            <a:tbl>
              <a:tblPr/>
              <a:tblGrid>
                <a:gridCol w="1719000"/>
                <a:gridCol w="777240"/>
                <a:gridCol w="1188720"/>
              </a:tblGrid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Запись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Окон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Segoe UI"/>
                        </a:rPr>
                        <a:t>Положение</a:t>
                      </a:r>
                      <a:endParaRPr lang="ru-MD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00696E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Велосипед · карман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2 160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99 %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Ходьба · карман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493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100 %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Подъём · карман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114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100 %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Спуск · карман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97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96 %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Покой · рука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2 508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100 %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Ходьба · рука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109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92 %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Подъём · рука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47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66 %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Покой · стол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58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1B2333"/>
                          </a:solidFill>
                          <a:effectLst/>
                          <a:uFillTx/>
                          <a:latin typeface="Segoe UI"/>
                        </a:rPr>
                        <a:t>—</a:t>
                      </a:r>
                      <a:endParaRPr lang="ru-MD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E3E7EE"/>
                      </a:solidFill>
                      <a:prstDash val="solid"/>
                    </a:lnL>
                    <a:lnR w="9360">
                      <a:solidFill>
                        <a:srgbClr val="E3E7EE"/>
                      </a:solidFill>
                      <a:prstDash val="solid"/>
                    </a:lnR>
                    <a:lnT w="9360">
                      <a:solidFill>
                        <a:srgbClr val="E3E7EE"/>
                      </a:solidFill>
                      <a:prstDash val="solid"/>
                    </a:lnT>
                    <a:lnB w="9360">
                      <a:solidFill>
                        <a:srgbClr val="E3E7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1" name="rich-340"/>
          <p:cNvSpPr/>
          <p:nvPr/>
        </p:nvSpPr>
        <p:spPr>
          <a:xfrm>
            <a:off x="7955280" y="4343400"/>
            <a:ext cx="36846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1B2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Слабое место — ходьба в руке (35 %): две записи, телефон держали по-разному (почти горизонтально и верхом вниз)</a:t>
            </a:r>
            <a:endParaRPr lang="ru-MD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1500" b="0" u="none" strike="noStrike">
              <a:solidFill>
                <a:schemeClr val="dk2"/>
              </a:solidFill>
              <a:effectLst/>
              <a:uFillTx/>
              <a:latin typeface="Segoe UI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17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973848-37F8-480A-B6B6-454103DCEA86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&lt;номер&gt;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Реализация на устройстве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hasCustomPrompt="1"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00"/>
              </a:spcBef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Android-приложение: всё считается на телефоне, без сети, в том числе при погашенном экране</a:t>
            </a:r>
            <a:endParaRPr lang="ru-MD" sz="15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96" name="phone-frame-341"/>
          <p:cNvSpPr/>
          <p:nvPr/>
        </p:nvSpPr>
        <p:spPr>
          <a:xfrm>
            <a:off x="576000" y="1398960"/>
            <a:ext cx="2171160" cy="4654080"/>
          </a:xfrm>
          <a:prstGeom prst="roundRect">
            <a:avLst>
              <a:gd name="adj" fmla="val 673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7" name="screenshot-342" descr="C:\Users\danl0\AppData\Local\Temp\claude\C--Users-danl0\64257144-142c-4560-8b2a-91b138f1175f\scratchpad\deck\assets\img14.png"/>
          <p:cNvPicPr/>
          <p:nvPr/>
        </p:nvPicPr>
        <p:blipFill>
          <a:blip r:embed="rId1"/>
          <a:stretch/>
        </p:blipFill>
        <p:spPr>
          <a:xfrm>
            <a:off x="640080" y="1463040"/>
            <a:ext cx="2043360" cy="452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phone-frame-343"/>
          <p:cNvSpPr/>
          <p:nvPr/>
        </p:nvSpPr>
        <p:spPr>
          <a:xfrm>
            <a:off x="2907720" y="1398960"/>
            <a:ext cx="2171160" cy="4654080"/>
          </a:xfrm>
          <a:prstGeom prst="roundRect">
            <a:avLst>
              <a:gd name="adj" fmla="val 673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9" name="screenshot-344" descr="C:\Users\danl0\AppData\Local\Temp\claude\C--Users-danl0\64257144-142c-4560-8b2a-91b138f1175f\scratchpad\deck\assets\img43.png"/>
          <p:cNvPicPr/>
          <p:nvPr/>
        </p:nvPicPr>
        <p:blipFill>
          <a:blip r:embed="rId2"/>
          <a:stretch/>
        </p:blipFill>
        <p:spPr>
          <a:xfrm>
            <a:off x="2971800" y="1463040"/>
            <a:ext cx="2043360" cy="452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text-345"/>
          <p:cNvSpPr/>
          <p:nvPr/>
        </p:nvSpPr>
        <p:spPr>
          <a:xfrm>
            <a:off x="548640" y="610812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«Сейчас»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-346"/>
          <p:cNvSpPr/>
          <p:nvPr/>
        </p:nvSpPr>
        <p:spPr>
          <a:xfrm>
            <a:off x="2880360" y="610812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«Журнал»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card-347"/>
          <p:cNvSpPr/>
          <p:nvPr/>
        </p:nvSpPr>
        <p:spPr>
          <a:xfrm>
            <a:off x="5486400" y="1463040"/>
            <a:ext cx="2971440" cy="1462680"/>
          </a:xfrm>
          <a:prstGeom prst="roundRect">
            <a:avLst>
              <a:gd name="adj" fmla="val 7500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plate-348"/>
          <p:cNvSpPr/>
          <p:nvPr/>
        </p:nvSpPr>
        <p:spPr>
          <a:xfrm>
            <a:off x="5650920" y="1627560"/>
            <a:ext cx="475200" cy="475200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4" name="icon-349" descr="C:\Users\danl0\AppData\Local\Temp\claude\C--Users-danl0\64257144-142c-4560-8b2a-91b138f1175f\scratchpad\deck\assets\img47.png"/>
          <p:cNvPicPr/>
          <p:nvPr/>
        </p:nvPicPr>
        <p:blipFill>
          <a:blip r:embed="rId3"/>
          <a:stretch/>
        </p:blipFill>
        <p:spPr>
          <a:xfrm>
            <a:off x="5731920" y="1708560"/>
            <a:ext cx="313560" cy="3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text-350"/>
          <p:cNvSpPr/>
          <p:nvPr/>
        </p:nvSpPr>
        <p:spPr>
          <a:xfrm>
            <a:off x="6263640" y="1627560"/>
            <a:ext cx="2102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Конвейер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-351"/>
          <p:cNvSpPr/>
          <p:nvPr/>
        </p:nvSpPr>
        <p:spPr>
          <a:xfrm>
            <a:off x="5650920" y="2194560"/>
            <a:ext cx="2697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Kotlin, Flow: датчики → окно → 2 модели → правила; решение каждые 1,28 с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ard-352"/>
          <p:cNvSpPr/>
          <p:nvPr/>
        </p:nvSpPr>
        <p:spPr>
          <a:xfrm>
            <a:off x="8595360" y="1463040"/>
            <a:ext cx="2971440" cy="1462680"/>
          </a:xfrm>
          <a:prstGeom prst="roundRect">
            <a:avLst>
              <a:gd name="adj" fmla="val 7500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plate-353"/>
          <p:cNvSpPr/>
          <p:nvPr/>
        </p:nvSpPr>
        <p:spPr>
          <a:xfrm>
            <a:off x="8759880" y="1627560"/>
            <a:ext cx="475200" cy="475200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9" name="icon-354" descr="C:\Users\danl0\AppData\Local\Temp\claude\C--Users-danl0\64257144-142c-4560-8b2a-91b138f1175f\scratchpad\deck\assets\img46.png"/>
          <p:cNvPicPr/>
          <p:nvPr/>
        </p:nvPicPr>
        <p:blipFill>
          <a:blip r:embed="rId4"/>
          <a:stretch/>
        </p:blipFill>
        <p:spPr>
          <a:xfrm>
            <a:off x="8840880" y="1708560"/>
            <a:ext cx="313560" cy="3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0" name="text-355"/>
          <p:cNvSpPr/>
          <p:nvPr/>
        </p:nvSpPr>
        <p:spPr>
          <a:xfrm>
            <a:off x="9372600" y="1627560"/>
            <a:ext cx="2102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Модели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-356"/>
          <p:cNvSpPr/>
          <p:nvPr/>
        </p:nvSpPr>
        <p:spPr>
          <a:xfrm>
            <a:off x="8759880" y="2194560"/>
            <a:ext cx="2697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TensorFlow Lite 2.16, float32: 1,86 МБ + 45 КБ; запасной эвристический классификатор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card-357"/>
          <p:cNvSpPr/>
          <p:nvPr/>
        </p:nvSpPr>
        <p:spPr>
          <a:xfrm>
            <a:off x="5486400" y="3063240"/>
            <a:ext cx="2971440" cy="1462680"/>
          </a:xfrm>
          <a:prstGeom prst="roundRect">
            <a:avLst>
              <a:gd name="adj" fmla="val 7500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plate-358"/>
          <p:cNvSpPr/>
          <p:nvPr/>
        </p:nvSpPr>
        <p:spPr>
          <a:xfrm>
            <a:off x="5650920" y="3227760"/>
            <a:ext cx="475200" cy="475200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4" name="icon-359" descr="C:\Users\danl0\AppData\Local\Temp\claude\C--Users-danl0\64257144-142c-4560-8b2a-91b138f1175f\scratchpad\deck\assets\img13.png"/>
          <p:cNvPicPr/>
          <p:nvPr/>
        </p:nvPicPr>
        <p:blipFill>
          <a:blip r:embed="rId5"/>
          <a:stretch/>
        </p:blipFill>
        <p:spPr>
          <a:xfrm>
            <a:off x="5731920" y="3308760"/>
            <a:ext cx="313560" cy="3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text-360"/>
          <p:cNvSpPr/>
          <p:nvPr/>
        </p:nvSpPr>
        <p:spPr>
          <a:xfrm>
            <a:off x="6263640" y="3227760"/>
            <a:ext cx="2102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Фоновая работа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-361"/>
          <p:cNvSpPr/>
          <p:nvPr/>
        </p:nvSpPr>
        <p:spPr>
          <a:xfrm>
            <a:off x="5650920" y="3794760"/>
            <a:ext cx="2697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передний сервис (тип health); автозапуск при включении телефона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card-362"/>
          <p:cNvSpPr/>
          <p:nvPr/>
        </p:nvSpPr>
        <p:spPr>
          <a:xfrm>
            <a:off x="8595360" y="3063240"/>
            <a:ext cx="2971440" cy="1462680"/>
          </a:xfrm>
          <a:prstGeom prst="roundRect">
            <a:avLst>
              <a:gd name="adj" fmla="val 7500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plate-363"/>
          <p:cNvSpPr/>
          <p:nvPr/>
        </p:nvSpPr>
        <p:spPr>
          <a:xfrm>
            <a:off x="8759880" y="3227760"/>
            <a:ext cx="475200" cy="475200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9" name="icon-364" descr="C:\Users\danl0\AppData\Local\Temp\claude\C--Users-danl0\64257144-142c-4560-8b2a-91b138f1175f\scratchpad\deck\assets\img12.png"/>
          <p:cNvPicPr/>
          <p:nvPr/>
        </p:nvPicPr>
        <p:blipFill>
          <a:blip r:embed="rId6"/>
          <a:stretch/>
        </p:blipFill>
        <p:spPr>
          <a:xfrm>
            <a:off x="8840880" y="3308760"/>
            <a:ext cx="313560" cy="3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text-365"/>
          <p:cNvSpPr/>
          <p:nvPr/>
        </p:nvSpPr>
        <p:spPr>
          <a:xfrm>
            <a:off x="9372600" y="3227760"/>
            <a:ext cx="2102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Журнал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-366"/>
          <p:cNvSpPr/>
          <p:nvPr/>
        </p:nvSpPr>
        <p:spPr>
          <a:xfrm>
            <a:off x="8759880" y="3794760"/>
            <a:ext cx="2697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Room: каждое окно с признаками и сырыми выходами моделей + интервалы; экспорт CSV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card-367"/>
          <p:cNvSpPr/>
          <p:nvPr/>
        </p:nvSpPr>
        <p:spPr>
          <a:xfrm>
            <a:off x="5486400" y="4663440"/>
            <a:ext cx="2971440" cy="1462680"/>
          </a:xfrm>
          <a:prstGeom prst="roundRect">
            <a:avLst>
              <a:gd name="adj" fmla="val 7500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plate-368"/>
          <p:cNvSpPr/>
          <p:nvPr/>
        </p:nvSpPr>
        <p:spPr>
          <a:xfrm>
            <a:off x="5650920" y="4827960"/>
            <a:ext cx="475200" cy="475200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4" name="icon-369" descr="C:\Users\danl0\AppData\Local\Temp\claude\C--Users-danl0\64257144-142c-4560-8b2a-91b138f1175f\scratchpad\deck\assets\img11.png"/>
          <p:cNvPicPr/>
          <p:nvPr/>
        </p:nvPicPr>
        <p:blipFill>
          <a:blip r:embed="rId7"/>
          <a:stretch/>
        </p:blipFill>
        <p:spPr>
          <a:xfrm>
            <a:off x="5731920" y="4908960"/>
            <a:ext cx="313560" cy="3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-370"/>
          <p:cNvSpPr/>
          <p:nvPr/>
        </p:nvSpPr>
        <p:spPr>
          <a:xfrm>
            <a:off x="6263640" y="4827960"/>
            <a:ext cx="2102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Объяснимость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-371"/>
          <p:cNvSpPr/>
          <p:nvPr/>
        </p:nvSpPr>
        <p:spPr>
          <a:xfrm>
            <a:off x="5650920" y="5394960"/>
            <a:ext cx="2697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на экране — вероятности, множители всех правил и признаки окна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card-372"/>
          <p:cNvSpPr/>
          <p:nvPr/>
        </p:nvSpPr>
        <p:spPr>
          <a:xfrm>
            <a:off x="8595360" y="4663440"/>
            <a:ext cx="2971440" cy="1462680"/>
          </a:xfrm>
          <a:prstGeom prst="roundRect">
            <a:avLst>
              <a:gd name="adj" fmla="val 7500"/>
            </a:avLst>
          </a:prstGeom>
          <a:solidFill>
            <a:schemeClr val="accent1">
              <a:alpha val="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plate-373"/>
          <p:cNvSpPr/>
          <p:nvPr/>
        </p:nvSpPr>
        <p:spPr>
          <a:xfrm>
            <a:off x="8759880" y="4827960"/>
            <a:ext cx="475200" cy="475200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MD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9" name="icon-374" descr="C:\Users\danl0\AppData\Local\Temp\claude\C--Users-danl0\64257144-142c-4560-8b2a-91b138f1175f\scratchpad\deck\assets\img15.png"/>
          <p:cNvPicPr/>
          <p:nvPr/>
        </p:nvPicPr>
        <p:blipFill>
          <a:blip r:embed="rId8"/>
          <a:stretch/>
        </p:blipFill>
        <p:spPr>
          <a:xfrm>
            <a:off x="8840880" y="4908960"/>
            <a:ext cx="313560" cy="3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text-375"/>
          <p:cNvSpPr/>
          <p:nvPr/>
        </p:nvSpPr>
        <p:spPr>
          <a:xfrm>
            <a:off x="9372600" y="4827960"/>
            <a:ext cx="21027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Сбор данных</a:t>
            </a:r>
            <a:endParaRPr lang="ru-MD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-376"/>
          <p:cNvSpPr/>
          <p:nvPr/>
        </p:nvSpPr>
        <p:spPr>
          <a:xfrm>
            <a:off x="8759880" y="5394960"/>
            <a:ext cx="2697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запись размеченных сигналов 50 Гц для дообучения на своём телефоне</a:t>
            </a:r>
            <a:endParaRPr lang="ru-MD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18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9C9555-2DCE-4F52-A032-DAE087881781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&lt;номер&gt;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11091240" cy="65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Источники данных и литература</a:t>
            </a:r>
            <a:endParaRPr lang="ru-MD" sz="3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434" name="text-377"/>
          <p:cNvSpPr/>
          <p:nvPr/>
        </p:nvSpPr>
        <p:spPr>
          <a:xfrm>
            <a:off x="548640" y="10515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Наборы данных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rich-378"/>
          <p:cNvSpPr/>
          <p:nvPr/>
        </p:nvSpPr>
        <p:spPr>
          <a:xfrm>
            <a:off x="548640" y="1417320"/>
            <a:ext cx="5486040" cy="49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Anguita D., Ghio A., Oneto L., Parra X., Reyes-Ortiz J. L. </a:t>
            </a: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A Public Domain Dataset for Human Activity Recognition Using Smartphones // ESANN, 2013. </a:t>
            </a:r>
            <a:r>
              <a:rPr lang="en-US" sz="1050" b="0" u="sng" strike="noStrike">
                <a:solidFill>
                  <a:schemeClr val="accent2"/>
                </a:solidFill>
                <a:effectLst/>
                <a:uFillTx/>
                <a:latin typeface="Segoe UI"/>
                <a:hlinkClick r:id="rId1"/>
              </a:rPr>
              <a:t>https://archive.ics.uci.edu/dataset/240/human+activity+recognition+using+smartphones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Sztyler T., Stuckenschmidt H. </a:t>
            </a: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On-body Localization of Wearable Devices: An Investigation of Position-Aware Activity Recognition // IEEE PerCom, 2016. </a:t>
            </a:r>
            <a:r>
              <a:rPr lang="en-US" sz="1050" b="0" u="sng" strike="noStrike">
                <a:solidFill>
                  <a:schemeClr val="accent2"/>
                </a:solidFill>
                <a:effectLst/>
                <a:uFillTx/>
                <a:latin typeface="Segoe UI"/>
                <a:hlinkClick r:id="rId2"/>
              </a:rPr>
              <a:t>https://www.uni-mannheim.de/dws/research/projects/activity-recognition/dataset/dataset-realworld/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Malekzadeh M., Clegg R. G., Cavallaro A., Haddadi H. </a:t>
            </a: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Mobile Sensor Data Anonymization // ACM/IEEE IoTDI, 2019. </a:t>
            </a:r>
            <a:r>
              <a:rPr lang="en-US" sz="1050" b="0" u="sng" strike="noStrike">
                <a:solidFill>
                  <a:schemeClr val="accent2"/>
                </a:solidFill>
                <a:effectLst/>
                <a:uFillTx/>
                <a:latin typeface="Segoe UI"/>
                <a:hlinkClick r:id="rId3"/>
              </a:rPr>
              <a:t>https://github.com/mmalekzadeh/motion-sense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Shoaib M., Bosch S., Incel O. D., Scholten H., Havinga P. J. M. </a:t>
            </a: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Fusion of Smartphone Motion Sensors for Physical Activity Recognition // Sensors 14(6), 10146–10176, 2014. </a:t>
            </a:r>
            <a:r>
              <a:rPr lang="en-US" sz="1050" b="0" u="sng" strike="noStrike">
                <a:solidFill>
                  <a:schemeClr val="accent2"/>
                </a:solidFill>
                <a:effectLst/>
                <a:uFillTx/>
                <a:latin typeface="Segoe UI"/>
                <a:hlinkClick r:id="rId4"/>
              </a:rPr>
              <a:t>https://www.utwente.nl/en/eemcs/ps/research/dataset/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05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Vaizman Y., Ellis K., Lanckriet G. </a:t>
            </a: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Recognizing Detailed Human Context in the Wild from Smartphones and Smartwatches // IEEE Pervasive Computing 16(4), 2017. </a:t>
            </a:r>
            <a:r>
              <a:rPr lang="en-US" sz="1050" b="0" u="sng" strike="noStrike">
                <a:solidFill>
                  <a:schemeClr val="accent2"/>
                </a:solidFill>
                <a:effectLst/>
                <a:uFillTx/>
                <a:latin typeface="Segoe UI"/>
                <a:hlinkClick r:id="rId5"/>
              </a:rPr>
              <a:t>http://extrasensory.ucsd.edu/</a:t>
            </a:r>
            <a:endParaRPr lang="ru-MD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-379"/>
          <p:cNvSpPr/>
          <p:nvPr/>
        </p:nvSpPr>
        <p:spPr>
          <a:xfrm>
            <a:off x="6263640" y="1051560"/>
            <a:ext cx="5376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1"/>
                </a:solidFill>
                <a:effectLst/>
                <a:uFillTx/>
                <a:latin typeface="Segoe UI"/>
              </a:rPr>
              <a:t>Методы (русскоязычные источники)</a:t>
            </a:r>
            <a:endParaRPr lang="ru-MD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ich-380"/>
          <p:cNvSpPr/>
          <p:nvPr/>
        </p:nvSpPr>
        <p:spPr>
          <a:xfrm>
            <a:off x="6263640" y="1417320"/>
            <a:ext cx="5376240" cy="49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Сергиенко А. Б. </a:t>
            </a: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Цифровая обработка сигналов: учеб. пособие. — 3-е изд. — СПб.: БХВ-Петербург, 2011. — 756 с.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Скворцов Д. В. </a:t>
            </a: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Диагностика двигательной патологии инструментальными методами: анализ походки, стабилометрия. — М.: НМФ «МБН», 2007. — 617 с.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Зеличенок И. Ю., Пирмагомедов Р. Я. </a:t>
            </a: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Применение методов машинного обучения для анализа физической активности пользователя смартфона // Информационные технологии и телекоммуникации. — 2020. — Т. 8, № 2. — С. 92–108. </a:t>
            </a:r>
            <a:r>
              <a:rPr lang="en-US" sz="1000" b="0" u="sng" strike="noStrike">
                <a:solidFill>
                  <a:schemeClr val="accent2"/>
                </a:solidFill>
                <a:effectLst/>
                <a:uFillTx/>
                <a:latin typeface="Segoe UI"/>
                <a:hlinkClick r:id="rId6"/>
              </a:rPr>
              <a:t>https://www.sut.ru/doci/nauka/1AEA/ITT/2020_2/92-108.pdf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Горяев В. М., Джахнаева Е. Н., Лиджи-Горяев В. В., Аль-Килани В. Х. </a:t>
            </a: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Классификация данных акселерометра GY-521 для распознавания активности человека // Современные наукоемкие технологии. — 2018. — № 12-1. — С. 56–61. </a:t>
            </a:r>
            <a:r>
              <a:rPr lang="en-US" sz="1000" b="0" u="sng" strike="noStrike">
                <a:solidFill>
                  <a:schemeClr val="accent2"/>
                </a:solidFill>
                <a:effectLst/>
                <a:uFillTx/>
                <a:latin typeface="Segoe UI"/>
                <a:hlinkClick r:id="rId7"/>
              </a:rPr>
              <a:t>https://top-technologies.ru/article/view?id=37262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Карташов И. С., Привалова С. В., Кузьмин А. В. </a:t>
            </a: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Спектральный анализ данных наручного трехосевого акселерометра для определения физической активности // Измерение. Мониторинг. Управление. Контроль. — 2024. — № 1. — С. 78–84. </a:t>
            </a:r>
            <a:r>
              <a:rPr lang="en-US" sz="1000" b="0" u="sng" strike="noStrike">
                <a:solidFill>
                  <a:schemeClr val="accent2"/>
                </a:solidFill>
                <a:effectLst/>
                <a:uFillTx/>
                <a:latin typeface="Segoe UI"/>
                <a:hlinkClick r:id="rId8"/>
              </a:rPr>
              <a:t>https://cyberleninka.ru/article/n/spektralnyy-analiz-dannyh-naruchnogo-trehosevogo-akselerometra-dlya-opredeleniya-fizicheskoy-aktivnosti</a:t>
            </a:r>
            <a:endParaRPr lang="ru-MD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/>
          </p:nvPr>
        </p:nvSpPr>
        <p:spPr>
          <a:xfrm>
            <a:off x="548640" y="914400"/>
            <a:ext cx="11091240" cy="41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1500" b="0" u="none" strike="noStrike">
              <a:solidFill>
                <a:schemeClr val="dk2"/>
              </a:solidFill>
              <a:effectLst/>
              <a:uFillTx/>
              <a:latin typeface="Segoe UI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19"/>
          </p:nvPr>
        </p:nvSpPr>
        <p:spPr>
          <a:xfrm>
            <a:off x="11274480" y="6446520"/>
            <a:ext cx="456840" cy="25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F25362-846F-4EAD-948D-47FC1E0619FC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Segoe UI"/>
              </a:rPr>
              <a:t>&lt;номер&gt;</a:t>
            </a:fld>
            <a:endParaRPr lang="ru-MD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HAR Expert">
  <a:themeElements>
    <a:clrScheme name="HAR Expert">
      <a:dk1>
        <a:srgbClr val="1B2333"/>
      </a:dk1>
      <a:lt1>
        <a:srgbClr val="FFFFFF"/>
      </a:lt1>
      <a:dk2>
        <a:srgbClr val="5B6475"/>
      </a:dk2>
      <a:lt2>
        <a:srgbClr val="F4F6FA"/>
      </a:lt2>
      <a:accent1>
        <a:srgbClr val="00696E"/>
      </a:accent1>
      <a:accent2>
        <a:srgbClr val="2F6FED"/>
      </a:accent2>
      <a:accent3>
        <a:srgbClr val="E9A23B"/>
      </a:accent3>
      <a:accent4>
        <a:srgbClr val="7C4DDB"/>
      </a:accent4>
      <a:accent5>
        <a:srgbClr val="1F9D55"/>
      </a:accent5>
      <a:accent6>
        <a:srgbClr val="1FA39A"/>
      </a:accent6>
      <a:hlink>
        <a:srgbClr val="2F6FED"/>
      </a:hlink>
      <a:folHlink>
        <a:srgbClr val="7C4DDB"/>
      </a:folHlink>
    </a:clrScheme>
    <a:fontScheme name="HAR Expert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1239</TotalTime>
  <Application>LibreOffice/26.2.6.1$Windows_X86_64 LibreOffice_project/d1ee4fa77ef37aa4cfa80ea6fd156dcae5d60263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2026-10-19T12:30:10Z</dcterms:created>
  <dc:creator>Драгунский Даниил</dc:creator>
  <dc:description/>
  <dc:language>ru-MD</dc:language>
  <cp:lastModifiedBy/>
  <dcterms:modified xsi:type="dcterms:W3CDTF">2026-10-20T11:11:15Z</dcterms:modified>
  <cp:revision>2</cp:revision>
  <dc:subject>PptxGenJS Presentation</dc:subject>
  <dc:title>Распознавание активности человека по датчикам смартфона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On-screen Show (16:9)</vt:lpwstr>
  </property>
  <property fmtid="{D5CDD505-2E9C-101B-9397-08002B2CF9AE}" pid="4" name="Slides">
    <vt:i4>16</vt:i4>
  </property>
</Properties>
</file>